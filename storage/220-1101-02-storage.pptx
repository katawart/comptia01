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10" r:id="rId4"/>
  </p:sldMasterIdLst>
  <p:notesMasterIdLst>
    <p:notesMasterId r:id="rId10"/>
  </p:notesMasterIdLst>
  <p:handoutMasterIdLst>
    <p:handoutMasterId r:id="rId11"/>
  </p:handoutMasterIdLst>
  <p:sldIdLst>
    <p:sldId id="286" r:id="rId5"/>
    <p:sldId id="273" r:id="rId6"/>
    <p:sldId id="287" r:id="rId7"/>
    <p:sldId id="264" r:id="rId8"/>
    <p:sldId id="293" r:id="rId9"/>
  </p:sldIdLst>
  <p:sldSz cx="9144000" cy="5143500" type="screen16x9"/>
  <p:notesSz cx="6858000" cy="9144000"/>
  <p:embeddedFontLst>
    <p:embeddedFont>
      <p:font typeface="Calibri" panose="020F0502020204030204" pitchFamily="34" charset="0"/>
      <p:regular r:id="rId12"/>
      <p:bold r:id="rId13"/>
      <p:italic r:id="rId14"/>
      <p:boldItalic r:id="rId15"/>
    </p:embeddedFont>
    <p:embeddedFont>
      <p:font typeface="Open Sans" panose="020B0606030504020204" pitchFamily="34" charset="0"/>
      <p:regular r:id="rId16"/>
      <p:bold r:id="rId17"/>
      <p:italic r:id="rId18"/>
      <p:boldItalic r:id="rId1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4C2DE40-C083-7FA0-259D-E76A539CB0B1}" name="Elaine Gustafson" initials="EG" userId="S::egustafson@comptia.org::8e9fbddc-088d-4145-9000-dcad1c3d148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Pam Taylor" initials="PT" lastIdx="1" clrIdx="0">
    <p:extLst>
      <p:ext uri="{19B8F6BF-5375-455C-9EA6-DF929625EA0E}">
        <p15:presenceInfo xmlns:p15="http://schemas.microsoft.com/office/powerpoint/2012/main" userId="Pam Taylor" providerId="None"/>
      </p:ext>
    </p:extLst>
  </p:cmAuthor>
  <p:cmAuthor id="2" name="Gail Sandler" initials="GS" lastIdx="4" clrIdx="1">
    <p:extLst>
      <p:ext uri="{19B8F6BF-5375-455C-9EA6-DF929625EA0E}">
        <p15:presenceInfo xmlns:p15="http://schemas.microsoft.com/office/powerpoint/2012/main" userId="2b7e9c3f3530ff22" providerId="Windows Live"/>
      </p:ext>
    </p:extLst>
  </p:cmAuthor>
  <p:cmAuthor id="3" name="James Pengelly" initials="JP" lastIdx="1" clrIdx="2">
    <p:extLst>
      <p:ext uri="{19B8F6BF-5375-455C-9EA6-DF929625EA0E}">
        <p15:presenceInfo xmlns:p15="http://schemas.microsoft.com/office/powerpoint/2012/main" userId="S::jpengelly@comptia.org::d269fecd-a8a2-4e5a-93ae-88bdaab21f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9FDE"/>
    <a:srgbClr val="FEAE62"/>
    <a:srgbClr val="7FC8DD"/>
    <a:srgbClr val="ED6D00"/>
    <a:srgbClr val="44545F"/>
    <a:srgbClr val="B1B7BC"/>
    <a:srgbClr val="0A7DA0"/>
    <a:srgbClr val="007C9E"/>
    <a:srgbClr val="004D72"/>
    <a:srgbClr val="004D71"/>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56" autoAdjust="0"/>
    <p:restoredTop sz="84724" autoAdjust="0"/>
  </p:normalViewPr>
  <p:slideViewPr>
    <p:cSldViewPr snapToGrid="0">
      <p:cViewPr varScale="1">
        <p:scale>
          <a:sx n="131" d="100"/>
          <a:sy n="131" d="100"/>
        </p:scale>
        <p:origin x="1050" y="108"/>
      </p:cViewPr>
      <p:guideLst>
        <p:guide orient="horz" pos="1620"/>
        <p:guide pos="2880"/>
      </p:guideLst>
    </p:cSldViewPr>
  </p:slideViewPr>
  <p:outlineViewPr>
    <p:cViewPr>
      <p:scale>
        <a:sx n="33" d="100"/>
        <a:sy n="33" d="100"/>
      </p:scale>
      <p:origin x="0" y="-498"/>
    </p:cViewPr>
    <p:sldLst>
      <p:sld r:id="rId1" collapse="1"/>
      <p:sld r:id="rId2" collapse="1"/>
      <p:sld r:id="rId3" collapse="1"/>
      <p:sld r:id="rId4" collapse="1"/>
    </p:sldLst>
  </p:outlin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2.fntdata"/><Relationship Id="rId18" Type="http://schemas.openxmlformats.org/officeDocument/2006/relationships/font" Target="fonts/font7.fntdata"/><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font" Target="fonts/font1.fntdata"/><Relationship Id="rId17" Type="http://schemas.openxmlformats.org/officeDocument/2006/relationships/font" Target="fonts/font6.fntdata"/><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font" Target="fonts/font5.fntdata"/><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font" Target="fonts/font4.fntdata"/><Relationship Id="rId23" Type="http://schemas.openxmlformats.org/officeDocument/2006/relationships/theme" Target="theme/theme1.xml"/><Relationship Id="rId10" Type="http://schemas.openxmlformats.org/officeDocument/2006/relationships/notesMaster" Target="notesMasters/notesMaster1.xml"/><Relationship Id="rId19" Type="http://schemas.openxmlformats.org/officeDocument/2006/relationships/font" Target="fonts/font8.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3.fntdata"/><Relationship Id="rId22" Type="http://schemas.openxmlformats.org/officeDocument/2006/relationships/viewProps" Target="viewProps.xml"/></Relationships>
</file>

<file path=ppt/_rels/viewProps.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slide" Target="slides/slide2.xml"/><Relationship Id="rId1" Type="http://schemas.openxmlformats.org/officeDocument/2006/relationships/slide" Target="slides/slide1.xml"/><Relationship Id="rId4"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hard Hunt" userId="a9b14997-caef-4159-8c34-0f67c79d0d7a" providerId="ADAL" clId="{E0B03AA8-E4CE-4548-8C45-77EFAE90C5B0}"/>
    <pc:docChg chg="undo custSel addSld delSld">
      <pc:chgData name="Richard Hunt" userId="a9b14997-caef-4159-8c34-0f67c79d0d7a" providerId="ADAL" clId="{E0B03AA8-E4CE-4548-8C45-77EFAE90C5B0}" dt="2023-07-05T05:31:01.415" v="6" actId="47"/>
      <pc:docMkLst>
        <pc:docMk/>
      </pc:docMkLst>
      <pc:sldChg chg="del">
        <pc:chgData name="Richard Hunt" userId="a9b14997-caef-4159-8c34-0f67c79d0d7a" providerId="ADAL" clId="{E0B03AA8-E4CE-4548-8C45-77EFAE90C5B0}" dt="2023-07-04T08:07:50.195" v="0" actId="47"/>
        <pc:sldMkLst>
          <pc:docMk/>
          <pc:sldMk cId="2883335392" sldId="256"/>
        </pc:sldMkLst>
      </pc:sldChg>
      <pc:sldChg chg="del">
        <pc:chgData name="Richard Hunt" userId="a9b14997-caef-4159-8c34-0f67c79d0d7a" providerId="ADAL" clId="{E0B03AA8-E4CE-4548-8C45-77EFAE90C5B0}" dt="2023-07-04T08:07:50.195" v="0" actId="47"/>
        <pc:sldMkLst>
          <pc:docMk/>
          <pc:sldMk cId="1720729079" sldId="257"/>
        </pc:sldMkLst>
      </pc:sldChg>
      <pc:sldChg chg="del">
        <pc:chgData name="Richard Hunt" userId="a9b14997-caef-4159-8c34-0f67c79d0d7a" providerId="ADAL" clId="{E0B03AA8-E4CE-4548-8C45-77EFAE90C5B0}" dt="2023-07-04T08:07:50.195" v="0" actId="47"/>
        <pc:sldMkLst>
          <pc:docMk/>
          <pc:sldMk cId="1777302574" sldId="258"/>
        </pc:sldMkLst>
      </pc:sldChg>
      <pc:sldChg chg="del">
        <pc:chgData name="Richard Hunt" userId="a9b14997-caef-4159-8c34-0f67c79d0d7a" providerId="ADAL" clId="{E0B03AA8-E4CE-4548-8C45-77EFAE90C5B0}" dt="2023-07-05T05:30:25.487" v="2" actId="47"/>
        <pc:sldMkLst>
          <pc:docMk/>
          <pc:sldMk cId="2498417372" sldId="259"/>
        </pc:sldMkLst>
      </pc:sldChg>
      <pc:sldChg chg="del">
        <pc:chgData name="Richard Hunt" userId="a9b14997-caef-4159-8c34-0f67c79d0d7a" providerId="ADAL" clId="{E0B03AA8-E4CE-4548-8C45-77EFAE90C5B0}" dt="2023-07-04T08:07:59.668" v="1" actId="47"/>
        <pc:sldMkLst>
          <pc:docMk/>
          <pc:sldMk cId="3298559687" sldId="260"/>
        </pc:sldMkLst>
      </pc:sldChg>
      <pc:sldChg chg="del">
        <pc:chgData name="Richard Hunt" userId="a9b14997-caef-4159-8c34-0f67c79d0d7a" providerId="ADAL" clId="{E0B03AA8-E4CE-4548-8C45-77EFAE90C5B0}" dt="2023-07-04T08:07:59.668" v="1" actId="47"/>
        <pc:sldMkLst>
          <pc:docMk/>
          <pc:sldMk cId="2212110038" sldId="261"/>
        </pc:sldMkLst>
      </pc:sldChg>
      <pc:sldChg chg="del">
        <pc:chgData name="Richard Hunt" userId="a9b14997-caef-4159-8c34-0f67c79d0d7a" providerId="ADAL" clId="{E0B03AA8-E4CE-4548-8C45-77EFAE90C5B0}" dt="2023-07-04T08:07:59.668" v="1" actId="47"/>
        <pc:sldMkLst>
          <pc:docMk/>
          <pc:sldMk cId="805133649" sldId="262"/>
        </pc:sldMkLst>
      </pc:sldChg>
      <pc:sldChg chg="del">
        <pc:chgData name="Richard Hunt" userId="a9b14997-caef-4159-8c34-0f67c79d0d7a" providerId="ADAL" clId="{E0B03AA8-E4CE-4548-8C45-77EFAE90C5B0}" dt="2023-07-04T08:07:50.195" v="0" actId="47"/>
        <pc:sldMkLst>
          <pc:docMk/>
          <pc:sldMk cId="1142794324" sldId="263"/>
        </pc:sldMkLst>
      </pc:sldChg>
      <pc:sldChg chg="add del">
        <pc:chgData name="Richard Hunt" userId="a9b14997-caef-4159-8c34-0f67c79d0d7a" providerId="ADAL" clId="{E0B03AA8-E4CE-4548-8C45-77EFAE90C5B0}" dt="2023-07-05T05:30:48.226" v="4" actId="2696"/>
        <pc:sldMkLst>
          <pc:docMk/>
          <pc:sldMk cId="2048985250" sldId="264"/>
        </pc:sldMkLst>
      </pc:sldChg>
      <pc:sldChg chg="del">
        <pc:chgData name="Richard Hunt" userId="a9b14997-caef-4159-8c34-0f67c79d0d7a" providerId="ADAL" clId="{E0B03AA8-E4CE-4548-8C45-77EFAE90C5B0}" dt="2023-07-04T08:07:59.668" v="1" actId="47"/>
        <pc:sldMkLst>
          <pc:docMk/>
          <pc:sldMk cId="2554217310" sldId="265"/>
        </pc:sldMkLst>
      </pc:sldChg>
      <pc:sldChg chg="del">
        <pc:chgData name="Richard Hunt" userId="a9b14997-caef-4159-8c34-0f67c79d0d7a" providerId="ADAL" clId="{E0B03AA8-E4CE-4548-8C45-77EFAE90C5B0}" dt="2023-07-04T08:07:59.668" v="1" actId="47"/>
        <pc:sldMkLst>
          <pc:docMk/>
          <pc:sldMk cId="517103484" sldId="266"/>
        </pc:sldMkLst>
      </pc:sldChg>
      <pc:sldChg chg="del">
        <pc:chgData name="Richard Hunt" userId="a9b14997-caef-4159-8c34-0f67c79d0d7a" providerId="ADAL" clId="{E0B03AA8-E4CE-4548-8C45-77EFAE90C5B0}" dt="2023-07-04T08:07:50.195" v="0" actId="47"/>
        <pc:sldMkLst>
          <pc:docMk/>
          <pc:sldMk cId="2525177112" sldId="267"/>
        </pc:sldMkLst>
      </pc:sldChg>
      <pc:sldChg chg="del">
        <pc:chgData name="Richard Hunt" userId="a9b14997-caef-4159-8c34-0f67c79d0d7a" providerId="ADAL" clId="{E0B03AA8-E4CE-4548-8C45-77EFAE90C5B0}" dt="2023-07-04T08:07:50.195" v="0" actId="47"/>
        <pc:sldMkLst>
          <pc:docMk/>
          <pc:sldMk cId="2913461139" sldId="268"/>
        </pc:sldMkLst>
      </pc:sldChg>
      <pc:sldChg chg="del">
        <pc:chgData name="Richard Hunt" userId="a9b14997-caef-4159-8c34-0f67c79d0d7a" providerId="ADAL" clId="{E0B03AA8-E4CE-4548-8C45-77EFAE90C5B0}" dt="2023-07-04T08:07:50.195" v="0" actId="47"/>
        <pc:sldMkLst>
          <pc:docMk/>
          <pc:sldMk cId="2613083861" sldId="269"/>
        </pc:sldMkLst>
      </pc:sldChg>
      <pc:sldChg chg="del">
        <pc:chgData name="Richard Hunt" userId="a9b14997-caef-4159-8c34-0f67c79d0d7a" providerId="ADAL" clId="{E0B03AA8-E4CE-4548-8C45-77EFAE90C5B0}" dt="2023-07-04T08:07:50.195" v="0" actId="47"/>
        <pc:sldMkLst>
          <pc:docMk/>
          <pc:sldMk cId="3130537023" sldId="270"/>
        </pc:sldMkLst>
      </pc:sldChg>
      <pc:sldChg chg="del">
        <pc:chgData name="Richard Hunt" userId="a9b14997-caef-4159-8c34-0f67c79d0d7a" providerId="ADAL" clId="{E0B03AA8-E4CE-4548-8C45-77EFAE90C5B0}" dt="2023-07-05T05:30:25.487" v="2" actId="47"/>
        <pc:sldMkLst>
          <pc:docMk/>
          <pc:sldMk cId="2914264024" sldId="271"/>
        </pc:sldMkLst>
      </pc:sldChg>
      <pc:sldChg chg="del">
        <pc:chgData name="Richard Hunt" userId="a9b14997-caef-4159-8c34-0f67c79d0d7a" providerId="ADAL" clId="{E0B03AA8-E4CE-4548-8C45-77EFAE90C5B0}" dt="2023-07-05T05:30:25.487" v="2" actId="47"/>
        <pc:sldMkLst>
          <pc:docMk/>
          <pc:sldMk cId="4250004454" sldId="272"/>
        </pc:sldMkLst>
      </pc:sldChg>
      <pc:sldChg chg="add del">
        <pc:chgData name="Richard Hunt" userId="a9b14997-caef-4159-8c34-0f67c79d0d7a" providerId="ADAL" clId="{E0B03AA8-E4CE-4548-8C45-77EFAE90C5B0}" dt="2023-07-05T05:30:48.226" v="4" actId="2696"/>
        <pc:sldMkLst>
          <pc:docMk/>
          <pc:sldMk cId="1244665120" sldId="273"/>
        </pc:sldMkLst>
      </pc:sldChg>
      <pc:sldChg chg="add del">
        <pc:chgData name="Richard Hunt" userId="a9b14997-caef-4159-8c34-0f67c79d0d7a" providerId="ADAL" clId="{E0B03AA8-E4CE-4548-8C45-77EFAE90C5B0}" dt="2023-07-05T05:30:56.078" v="5" actId="47"/>
        <pc:sldMkLst>
          <pc:docMk/>
          <pc:sldMk cId="126929155" sldId="274"/>
        </pc:sldMkLst>
      </pc:sldChg>
      <pc:sldChg chg="del">
        <pc:chgData name="Richard Hunt" userId="a9b14997-caef-4159-8c34-0f67c79d0d7a" providerId="ADAL" clId="{E0B03AA8-E4CE-4548-8C45-77EFAE90C5B0}" dt="2023-07-04T08:07:59.668" v="1" actId="47"/>
        <pc:sldMkLst>
          <pc:docMk/>
          <pc:sldMk cId="2720655772" sldId="276"/>
        </pc:sldMkLst>
      </pc:sldChg>
      <pc:sldChg chg="del">
        <pc:chgData name="Richard Hunt" userId="a9b14997-caef-4159-8c34-0f67c79d0d7a" providerId="ADAL" clId="{E0B03AA8-E4CE-4548-8C45-77EFAE90C5B0}" dt="2023-07-04T08:07:59.668" v="1" actId="47"/>
        <pc:sldMkLst>
          <pc:docMk/>
          <pc:sldMk cId="3739848039" sldId="278"/>
        </pc:sldMkLst>
      </pc:sldChg>
      <pc:sldChg chg="del">
        <pc:chgData name="Richard Hunt" userId="a9b14997-caef-4159-8c34-0f67c79d0d7a" providerId="ADAL" clId="{E0B03AA8-E4CE-4548-8C45-77EFAE90C5B0}" dt="2023-07-04T08:07:59.668" v="1" actId="47"/>
        <pc:sldMkLst>
          <pc:docMk/>
          <pc:sldMk cId="171310767" sldId="279"/>
        </pc:sldMkLst>
      </pc:sldChg>
      <pc:sldChg chg="del">
        <pc:chgData name="Richard Hunt" userId="a9b14997-caef-4159-8c34-0f67c79d0d7a" providerId="ADAL" clId="{E0B03AA8-E4CE-4548-8C45-77EFAE90C5B0}" dt="2023-07-04T08:07:59.668" v="1" actId="47"/>
        <pc:sldMkLst>
          <pc:docMk/>
          <pc:sldMk cId="1464059430" sldId="280"/>
        </pc:sldMkLst>
      </pc:sldChg>
      <pc:sldChg chg="del">
        <pc:chgData name="Richard Hunt" userId="a9b14997-caef-4159-8c34-0f67c79d0d7a" providerId="ADAL" clId="{E0B03AA8-E4CE-4548-8C45-77EFAE90C5B0}" dt="2023-07-04T08:07:59.668" v="1" actId="47"/>
        <pc:sldMkLst>
          <pc:docMk/>
          <pc:sldMk cId="3366656133" sldId="281"/>
        </pc:sldMkLst>
      </pc:sldChg>
      <pc:sldChg chg="del">
        <pc:chgData name="Richard Hunt" userId="a9b14997-caef-4159-8c34-0f67c79d0d7a" providerId="ADAL" clId="{E0B03AA8-E4CE-4548-8C45-77EFAE90C5B0}" dt="2023-07-04T08:07:59.668" v="1" actId="47"/>
        <pc:sldMkLst>
          <pc:docMk/>
          <pc:sldMk cId="2345795138" sldId="282"/>
        </pc:sldMkLst>
      </pc:sldChg>
      <pc:sldChg chg="del">
        <pc:chgData name="Richard Hunt" userId="a9b14997-caef-4159-8c34-0f67c79d0d7a" providerId="ADAL" clId="{E0B03AA8-E4CE-4548-8C45-77EFAE90C5B0}" dt="2023-07-04T08:07:59.668" v="1" actId="47"/>
        <pc:sldMkLst>
          <pc:docMk/>
          <pc:sldMk cId="1673217050" sldId="283"/>
        </pc:sldMkLst>
      </pc:sldChg>
      <pc:sldChg chg="del">
        <pc:chgData name="Richard Hunt" userId="a9b14997-caef-4159-8c34-0f67c79d0d7a" providerId="ADAL" clId="{E0B03AA8-E4CE-4548-8C45-77EFAE90C5B0}" dt="2023-07-04T08:07:50.195" v="0" actId="47"/>
        <pc:sldMkLst>
          <pc:docMk/>
          <pc:sldMk cId="4088344930" sldId="284"/>
        </pc:sldMkLst>
      </pc:sldChg>
      <pc:sldChg chg="del">
        <pc:chgData name="Richard Hunt" userId="a9b14997-caef-4159-8c34-0f67c79d0d7a" providerId="ADAL" clId="{E0B03AA8-E4CE-4548-8C45-77EFAE90C5B0}" dt="2023-07-05T05:30:25.487" v="2" actId="47"/>
        <pc:sldMkLst>
          <pc:docMk/>
          <pc:sldMk cId="566208637" sldId="285"/>
        </pc:sldMkLst>
      </pc:sldChg>
      <pc:sldChg chg="add del">
        <pc:chgData name="Richard Hunt" userId="a9b14997-caef-4159-8c34-0f67c79d0d7a" providerId="ADAL" clId="{E0B03AA8-E4CE-4548-8C45-77EFAE90C5B0}" dt="2023-07-05T05:30:48.226" v="4" actId="2696"/>
        <pc:sldMkLst>
          <pc:docMk/>
          <pc:sldMk cId="1425729676" sldId="286"/>
        </pc:sldMkLst>
      </pc:sldChg>
      <pc:sldChg chg="add del">
        <pc:chgData name="Richard Hunt" userId="a9b14997-caef-4159-8c34-0f67c79d0d7a" providerId="ADAL" clId="{E0B03AA8-E4CE-4548-8C45-77EFAE90C5B0}" dt="2023-07-05T05:30:48.226" v="4" actId="2696"/>
        <pc:sldMkLst>
          <pc:docMk/>
          <pc:sldMk cId="1087922063" sldId="287"/>
        </pc:sldMkLst>
      </pc:sldChg>
      <pc:sldChg chg="add del">
        <pc:chgData name="Richard Hunt" userId="a9b14997-caef-4159-8c34-0f67c79d0d7a" providerId="ADAL" clId="{E0B03AA8-E4CE-4548-8C45-77EFAE90C5B0}" dt="2023-07-05T05:31:01.415" v="6" actId="47"/>
        <pc:sldMkLst>
          <pc:docMk/>
          <pc:sldMk cId="1313114942" sldId="288"/>
        </pc:sldMkLst>
      </pc:sldChg>
      <pc:sldChg chg="del">
        <pc:chgData name="Richard Hunt" userId="a9b14997-caef-4159-8c34-0f67c79d0d7a" providerId="ADAL" clId="{E0B03AA8-E4CE-4548-8C45-77EFAE90C5B0}" dt="2023-07-04T08:07:59.668" v="1" actId="47"/>
        <pc:sldMkLst>
          <pc:docMk/>
          <pc:sldMk cId="620214853" sldId="289"/>
        </pc:sldMkLst>
      </pc:sldChg>
      <pc:sldChg chg="del">
        <pc:chgData name="Richard Hunt" userId="a9b14997-caef-4159-8c34-0f67c79d0d7a" providerId="ADAL" clId="{E0B03AA8-E4CE-4548-8C45-77EFAE90C5B0}" dt="2023-07-04T08:07:59.668" v="1" actId="47"/>
        <pc:sldMkLst>
          <pc:docMk/>
          <pc:sldMk cId="352619168" sldId="290"/>
        </pc:sldMkLst>
      </pc:sldChg>
      <pc:sldChg chg="del">
        <pc:chgData name="Richard Hunt" userId="a9b14997-caef-4159-8c34-0f67c79d0d7a" providerId="ADAL" clId="{E0B03AA8-E4CE-4548-8C45-77EFAE90C5B0}" dt="2023-07-04T08:07:59.668" v="1" actId="47"/>
        <pc:sldMkLst>
          <pc:docMk/>
          <pc:sldMk cId="3262219984" sldId="291"/>
        </pc:sldMkLst>
      </pc:sldChg>
      <pc:sldChg chg="del">
        <pc:chgData name="Richard Hunt" userId="a9b14997-caef-4159-8c34-0f67c79d0d7a" providerId="ADAL" clId="{E0B03AA8-E4CE-4548-8C45-77EFAE90C5B0}" dt="2023-07-04T08:07:50.195" v="0" actId="47"/>
        <pc:sldMkLst>
          <pc:docMk/>
          <pc:sldMk cId="1639003183" sldId="292"/>
        </pc:sldMkLst>
      </pc:sldChg>
      <pc:sldChg chg="add del">
        <pc:chgData name="Richard Hunt" userId="a9b14997-caef-4159-8c34-0f67c79d0d7a" providerId="ADAL" clId="{E0B03AA8-E4CE-4548-8C45-77EFAE90C5B0}" dt="2023-07-05T05:30:48.226" v="4" actId="2696"/>
        <pc:sldMkLst>
          <pc:docMk/>
          <pc:sldMk cId="3114849050" sldId="293"/>
        </pc:sldMkLst>
      </pc:sldChg>
      <pc:sldChg chg="del">
        <pc:chgData name="Richard Hunt" userId="a9b14997-caef-4159-8c34-0f67c79d0d7a" providerId="ADAL" clId="{E0B03AA8-E4CE-4548-8C45-77EFAE90C5B0}" dt="2023-07-04T08:07:59.668" v="1" actId="47"/>
        <pc:sldMkLst>
          <pc:docMk/>
          <pc:sldMk cId="2022131138" sldId="294"/>
        </pc:sldMkLst>
      </pc:sldChg>
      <pc:sldChg chg="del">
        <pc:chgData name="Richard Hunt" userId="a9b14997-caef-4159-8c34-0f67c79d0d7a" providerId="ADAL" clId="{E0B03AA8-E4CE-4548-8C45-77EFAE90C5B0}" dt="2023-07-04T08:07:59.668" v="1" actId="47"/>
        <pc:sldMkLst>
          <pc:docMk/>
          <pc:sldMk cId="2333689731" sldId="295"/>
        </pc:sldMkLst>
      </pc:sldChg>
      <pc:sldChg chg="del">
        <pc:chgData name="Richard Hunt" userId="a9b14997-caef-4159-8c34-0f67c79d0d7a" providerId="ADAL" clId="{E0B03AA8-E4CE-4548-8C45-77EFAE90C5B0}" dt="2023-07-04T08:07:50.195" v="0" actId="47"/>
        <pc:sldMkLst>
          <pc:docMk/>
          <pc:sldMk cId="2298370130" sldId="297"/>
        </pc:sldMkLst>
      </pc:sldChg>
      <pc:sldChg chg="del">
        <pc:chgData name="Richard Hunt" userId="a9b14997-caef-4159-8c34-0f67c79d0d7a" providerId="ADAL" clId="{E0B03AA8-E4CE-4548-8C45-77EFAE90C5B0}" dt="2023-07-04T08:07:50.195" v="0" actId="47"/>
        <pc:sldMkLst>
          <pc:docMk/>
          <pc:sldMk cId="4167090234" sldId="298"/>
        </pc:sldMkLst>
      </pc:sldChg>
      <pc:sldChg chg="del">
        <pc:chgData name="Richard Hunt" userId="a9b14997-caef-4159-8c34-0f67c79d0d7a" providerId="ADAL" clId="{E0B03AA8-E4CE-4548-8C45-77EFAE90C5B0}" dt="2023-07-05T05:30:25.487" v="2" actId="47"/>
        <pc:sldMkLst>
          <pc:docMk/>
          <pc:sldMk cId="2318916869" sldId="299"/>
        </pc:sldMkLst>
      </pc:sldChg>
      <pc:sldChg chg="del">
        <pc:chgData name="Richard Hunt" userId="a9b14997-caef-4159-8c34-0f67c79d0d7a" providerId="ADAL" clId="{E0B03AA8-E4CE-4548-8C45-77EFAE90C5B0}" dt="2023-07-05T05:30:25.487" v="2" actId="47"/>
        <pc:sldMkLst>
          <pc:docMk/>
          <pc:sldMk cId="889142878" sldId="300"/>
        </pc:sldMkLst>
      </pc:sldChg>
      <pc:sldChg chg="del">
        <pc:chgData name="Richard Hunt" userId="a9b14997-caef-4159-8c34-0f67c79d0d7a" providerId="ADAL" clId="{E0B03AA8-E4CE-4548-8C45-77EFAE90C5B0}" dt="2023-07-05T05:30:25.487" v="2" actId="47"/>
        <pc:sldMkLst>
          <pc:docMk/>
          <pc:sldMk cId="2912399194" sldId="301"/>
        </pc:sldMkLst>
      </pc:sldChg>
      <pc:sldChg chg="del">
        <pc:chgData name="Richard Hunt" userId="a9b14997-caef-4159-8c34-0f67c79d0d7a" providerId="ADAL" clId="{E0B03AA8-E4CE-4548-8C45-77EFAE90C5B0}" dt="2023-07-05T05:30:25.487" v="2" actId="47"/>
        <pc:sldMkLst>
          <pc:docMk/>
          <pc:sldMk cId="1946975419" sldId="302"/>
        </pc:sldMkLst>
      </pc:sldChg>
      <pc:sldChg chg="del">
        <pc:chgData name="Richard Hunt" userId="a9b14997-caef-4159-8c34-0f67c79d0d7a" providerId="ADAL" clId="{E0B03AA8-E4CE-4548-8C45-77EFAE90C5B0}" dt="2023-07-05T05:30:25.487" v="2" actId="47"/>
        <pc:sldMkLst>
          <pc:docMk/>
          <pc:sldMk cId="503664578" sldId="303"/>
        </pc:sldMkLst>
      </pc:sldChg>
      <pc:sldChg chg="del">
        <pc:chgData name="Richard Hunt" userId="a9b14997-caef-4159-8c34-0f67c79d0d7a" providerId="ADAL" clId="{E0B03AA8-E4CE-4548-8C45-77EFAE90C5B0}" dt="2023-07-05T05:30:25.487" v="2" actId="47"/>
        <pc:sldMkLst>
          <pc:docMk/>
          <pc:sldMk cId="3223365003" sldId="304"/>
        </pc:sldMkLst>
      </pc:sldChg>
      <pc:sldChg chg="del">
        <pc:chgData name="Richard Hunt" userId="a9b14997-caef-4159-8c34-0f67c79d0d7a" providerId="ADAL" clId="{E0B03AA8-E4CE-4548-8C45-77EFAE90C5B0}" dt="2023-07-04T08:07:59.668" v="1" actId="47"/>
        <pc:sldMkLst>
          <pc:docMk/>
          <pc:sldMk cId="3196683041" sldId="305"/>
        </pc:sldMkLst>
      </pc:sldChg>
      <pc:sldChg chg="del">
        <pc:chgData name="Richard Hunt" userId="a9b14997-caef-4159-8c34-0f67c79d0d7a" providerId="ADAL" clId="{E0B03AA8-E4CE-4548-8C45-77EFAE90C5B0}" dt="2023-07-04T08:07:59.668" v="1" actId="47"/>
        <pc:sldMkLst>
          <pc:docMk/>
          <pc:sldMk cId="2809482713" sldId="306"/>
        </pc:sldMkLst>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B06D6A9A-E421-49E1-95E3-28D4C7B9C8A6}"/>
              </a:ext>
            </a:extLst>
          </p:cNvPr>
          <p:cNvSpPr>
            <a:spLocks noGrp="1"/>
          </p:cNvSpPr>
          <p:nvPr>
            <p:ph type="ftr" sz="quarter" idx="2"/>
          </p:nvPr>
        </p:nvSpPr>
        <p:spPr>
          <a:xfrm>
            <a:off x="11017" y="8846898"/>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a:p>
        </p:txBody>
      </p:sp>
      <p:sp>
        <p:nvSpPr>
          <p:cNvPr id="7" name="Slide Number Placeholder 4">
            <a:extLst>
              <a:ext uri="{FF2B5EF4-FFF2-40B4-BE49-F238E27FC236}">
                <a16:creationId xmlns:a16="http://schemas.microsoft.com/office/drawing/2014/main" id="{159ABDE6-7738-416A-B4E7-0C3C017A5174}"/>
              </a:ext>
            </a:extLst>
          </p:cNvPr>
          <p:cNvSpPr>
            <a:spLocks noGrp="1"/>
          </p:cNvSpPr>
          <p:nvPr>
            <p:ph type="sldNum" sz="quarter" idx="3"/>
          </p:nvPr>
        </p:nvSpPr>
        <p:spPr>
          <a:xfrm>
            <a:off x="6391349" y="8747560"/>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8" name="Picture 7" descr="CompTIA_logo.wmf">
            <a:extLst>
              <a:ext uri="{FF2B5EF4-FFF2-40B4-BE49-F238E27FC236}">
                <a16:creationId xmlns:a16="http://schemas.microsoft.com/office/drawing/2014/main" id="{C687E238-29FD-442E-B707-9D78F681F08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6587" y="8742059"/>
            <a:ext cx="612648" cy="131064"/>
          </a:xfrm>
          <a:prstGeom prst="rect">
            <a:avLst/>
          </a:prstGeom>
        </p:spPr>
      </p:pic>
    </p:spTree>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311223"/>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381000" y="3845062"/>
            <a:ext cx="6096000" cy="46131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3">
            <a:extLst>
              <a:ext uri="{FF2B5EF4-FFF2-40B4-BE49-F238E27FC236}">
                <a16:creationId xmlns:a16="http://schemas.microsoft.com/office/drawing/2014/main" id="{7E08E5ED-27EB-4222-8673-ABB6E7176760}"/>
              </a:ext>
            </a:extLst>
          </p:cNvPr>
          <p:cNvSpPr>
            <a:spLocks noGrp="1"/>
          </p:cNvSpPr>
          <p:nvPr>
            <p:ph type="ftr" sz="quarter" idx="4"/>
          </p:nvPr>
        </p:nvSpPr>
        <p:spPr>
          <a:xfrm>
            <a:off x="77118" y="8868932"/>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a:p>
        </p:txBody>
      </p:sp>
      <p:sp>
        <p:nvSpPr>
          <p:cNvPr id="9" name="Slide Number Placeholder 4">
            <a:extLst>
              <a:ext uri="{FF2B5EF4-FFF2-40B4-BE49-F238E27FC236}">
                <a16:creationId xmlns:a16="http://schemas.microsoft.com/office/drawing/2014/main" id="{3F69D4DB-2CA4-4812-B085-993471451111}"/>
              </a:ext>
            </a:extLst>
          </p:cNvPr>
          <p:cNvSpPr>
            <a:spLocks noGrp="1"/>
          </p:cNvSpPr>
          <p:nvPr>
            <p:ph type="sldNum" sz="quarter" idx="5"/>
          </p:nvPr>
        </p:nvSpPr>
        <p:spPr>
          <a:xfrm>
            <a:off x="6336264" y="8769594"/>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10" name="Picture 9" descr="CompTIA_logo.wmf">
            <a:extLst>
              <a:ext uri="{FF2B5EF4-FFF2-40B4-BE49-F238E27FC236}">
                <a16:creationId xmlns:a16="http://schemas.microsoft.com/office/drawing/2014/main" id="{94795792-6EB9-40B5-B9EB-C67D5E9BEC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2688" y="8764093"/>
            <a:ext cx="612648" cy="131064"/>
          </a:xfrm>
          <a:prstGeom prst="rect">
            <a:avLst/>
          </a:prstGeom>
        </p:spPr>
      </p:pic>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Explain the importance of fault tolerance for the storage subsystem and discuss how RAID can be implemented in hardware.</a:t>
            </a:r>
          </a:p>
          <a:p>
            <a:endParaRPr lang="en-US" dirty="0"/>
          </a:p>
          <a:p>
            <a:r>
              <a:rPr lang="en-GB" dirty="0"/>
              <a:t>https://www.liquidweb.com/kb/software-raid-vs-hardware-raid-a-tutorial/</a:t>
            </a:r>
            <a:endParaRPr lang="en-US" dirty="0"/>
          </a:p>
          <a:p>
            <a:endParaRPr lang="en-GB"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a:t>
            </a:fld>
            <a:endParaRPr lang="en-US"/>
          </a:p>
        </p:txBody>
      </p:sp>
    </p:spTree>
    <p:extLst>
      <p:ext uri="{BB962C8B-B14F-4D97-AF65-F5344CB8AC3E}">
        <p14:creationId xmlns:p14="http://schemas.microsoft.com/office/powerpoint/2010/main" val="12409090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a:t>Ensure that students can distinguish the features and configuration of each RAID level. Students may find this section difficult, so be prepared to allocate extra time to it.</a:t>
            </a:r>
            <a:endParaRPr lang="en-GB"/>
          </a:p>
        </p:txBody>
      </p:sp>
      <p:sp>
        <p:nvSpPr>
          <p:cNvPr id="4" name="Slide Number Placeholder 3"/>
          <p:cNvSpPr>
            <a:spLocks noGrp="1"/>
          </p:cNvSpPr>
          <p:nvPr>
            <p:ph type="sldNum" sz="quarter" idx="5"/>
          </p:nvPr>
        </p:nvSpPr>
        <p:spPr/>
        <p:txBody>
          <a:bodyPr/>
          <a:lstStyle/>
          <a:p>
            <a:fld id="{B7CF8A19-3A9E-4ABC-B336-2FDDE321C72D}" type="slidenum">
              <a:rPr lang="en-US" smtClean="0"/>
              <a:pPr/>
              <a:t>2</a:t>
            </a:fld>
            <a:endParaRPr lang="en-US"/>
          </a:p>
        </p:txBody>
      </p:sp>
    </p:spTree>
    <p:extLst>
      <p:ext uri="{BB962C8B-B14F-4D97-AF65-F5344CB8AC3E}">
        <p14:creationId xmlns:p14="http://schemas.microsoft.com/office/powerpoint/2010/main" val="78451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a:t>Explain that RAID 5 uses parity information distributed between drives to recover from a single device failure. RAID 5 has better storage efficiency than mirroring.</a:t>
            </a:r>
          </a:p>
          <a:p>
            <a:endParaRPr lang="en-US"/>
          </a:p>
          <a:p>
            <a:r>
              <a:rPr lang="en-US"/>
              <a:t>RAID 10 is one of the most secure and best-performing RAID levels. The main drawback is cost.</a:t>
            </a:r>
            <a:endParaRPr lang="en-GB"/>
          </a:p>
        </p:txBody>
      </p:sp>
      <p:sp>
        <p:nvSpPr>
          <p:cNvPr id="4" name="Slide Number Placeholder 3"/>
          <p:cNvSpPr>
            <a:spLocks noGrp="1"/>
          </p:cNvSpPr>
          <p:nvPr>
            <p:ph type="sldNum" sz="quarter" idx="5"/>
          </p:nvPr>
        </p:nvSpPr>
        <p:spPr/>
        <p:txBody>
          <a:bodyPr/>
          <a:lstStyle/>
          <a:p>
            <a:fld id="{B7CF8A19-3A9E-4ABC-B336-2FDDE321C72D}" type="slidenum">
              <a:rPr lang="en-US" smtClean="0"/>
              <a:pPr/>
              <a:t>3</a:t>
            </a:fld>
            <a:endParaRPr lang="en-US"/>
          </a:p>
        </p:txBody>
      </p:sp>
    </p:spTree>
    <p:extLst>
      <p:ext uri="{BB962C8B-B14F-4D97-AF65-F5344CB8AC3E}">
        <p14:creationId xmlns:p14="http://schemas.microsoft.com/office/powerpoint/2010/main" val="526619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Take some time at the end of each topic to answer questions. You can use the review questions for discussion in class or set them for students to complete individually during or after class.</a:t>
            </a:r>
          </a:p>
        </p:txBody>
      </p:sp>
      <p:sp>
        <p:nvSpPr>
          <p:cNvPr id="4" name="Slide Number Placeholder 3"/>
          <p:cNvSpPr>
            <a:spLocks noGrp="1"/>
          </p:cNvSpPr>
          <p:nvPr>
            <p:ph type="sldNum" sz="quarter" idx="5"/>
          </p:nvPr>
        </p:nvSpPr>
        <p:spPr/>
        <p:txBody>
          <a:bodyPr/>
          <a:lstStyle/>
          <a:p>
            <a:fld id="{B7CF8A19-3A9E-4ABC-B336-2FDDE321C72D}" type="slidenum">
              <a:rPr lang="en-US" smtClean="0"/>
              <a:pPr/>
              <a:t>4</a:t>
            </a:fld>
            <a:endParaRPr lang="en-US"/>
          </a:p>
        </p:txBody>
      </p:sp>
    </p:spTree>
    <p:extLst>
      <p:ext uri="{BB962C8B-B14F-4D97-AF65-F5344CB8AC3E}">
        <p14:creationId xmlns:p14="http://schemas.microsoft.com/office/powerpoint/2010/main" val="1251295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p:nvPr>
        </p:nvSpPr>
        <p:spPr>
          <a:xfrm>
            <a:off x="0" y="0"/>
            <a:ext cx="9143999" cy="603250"/>
          </a:xfrm>
          <a:prstGeom prst="rect">
            <a:avLst/>
          </a:prstGeom>
        </p:spPr>
        <p:txBody>
          <a:bodyPr/>
          <a:lstStyle/>
          <a:p>
            <a:r>
              <a:rPr lang="en-US"/>
              <a:t>Click to edit Master title style</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37773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853961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4103617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60141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p:nvPr>
        </p:nvSpPr>
        <p:spPr>
          <a:xfrm>
            <a:off x="146050" y="748623"/>
            <a:ext cx="8870950" cy="404435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err="1"/>
              <a:t>ActivityTitle</a:t>
            </a:r>
            <a:endParaRPr lang="en-GB"/>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a:latin typeface="Calibri" panose="020F0502020204030204" pitchFamily="34" charset="0"/>
                <a:ea typeface="+mj-ea"/>
                <a:cs typeface="Calibri" panose="020F0502020204030204" pitchFamily="34" charset="0"/>
              </a:rPr>
              <a:t>  Review Activity:</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198385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FD5A98-A124-4EB7-BACC-FCD20E2A7A9D}"/>
              </a:ext>
            </a:extLst>
          </p:cNvPr>
          <p:cNvSpPr/>
          <p:nvPr userDrawn="1"/>
        </p:nvSpPr>
        <p:spPr>
          <a:xfrm>
            <a:off x="0" y="0"/>
            <a:ext cx="9144000" cy="603248"/>
          </a:xfrm>
          <a:prstGeom prst="rect">
            <a:avLst/>
          </a:prstGeom>
          <a:solidFill>
            <a:srgbClr val="FEAE62">
              <a:alpha val="24706"/>
            </a:srgbClr>
          </a:solidFill>
        </p:spPr>
        <p:txBody>
          <a:bodyPr vert="horz" lIns="91440" tIns="45720" rIns="91440" bIns="45720" rtlCol="0" anchor="ctr">
            <a:noAutofit/>
          </a:bodyPr>
          <a:lstStyle/>
          <a:p>
            <a:pPr lvl="0" algn="l" defTabSz="342900">
              <a:spcBef>
                <a:spcPct val="0"/>
              </a:spcBef>
              <a:buNone/>
            </a:pPr>
            <a:r>
              <a:rPr lang="en-GB" sz="2800" b="1">
                <a:latin typeface="Calibri" panose="020F0502020204030204" pitchFamily="34" charset="0"/>
                <a:ea typeface="+mj-ea"/>
                <a:cs typeface="Calibri" panose="020F0502020204030204" pitchFamily="34" charset="0"/>
              </a:rPr>
              <a:t>     Lab Activity</a:t>
            </a:r>
          </a:p>
        </p:txBody>
      </p:sp>
      <p:pic>
        <p:nvPicPr>
          <p:cNvPr id="13" name="Graphic 12">
            <a:extLst>
              <a:ext uri="{FF2B5EF4-FFF2-40B4-BE49-F238E27FC236}">
                <a16:creationId xmlns:a16="http://schemas.microsoft.com/office/drawing/2014/main" id="{E7A60DE0-FD9C-4F2F-8B9C-B132BBC175F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5816" y="125902"/>
            <a:ext cx="288567" cy="324638"/>
          </a:xfrm>
          <a:prstGeom prst="rect">
            <a:avLst/>
          </a:prstGeom>
        </p:spPr>
      </p:pic>
      <p:sp>
        <p:nvSpPr>
          <p:cNvPr id="2" name="Slide Number Placeholder 1">
            <a:extLst>
              <a:ext uri="{FF2B5EF4-FFF2-40B4-BE49-F238E27FC236}">
                <a16:creationId xmlns:a16="http://schemas.microsoft.com/office/drawing/2014/main" id="{07AE4D56-1580-4D91-812A-FB8A378319AE}"/>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Content Placeholder 3">
            <a:extLst>
              <a:ext uri="{FF2B5EF4-FFF2-40B4-BE49-F238E27FC236}">
                <a16:creationId xmlns:a16="http://schemas.microsoft.com/office/drawing/2014/main" id="{F14BCB8D-8BA4-4A40-81CF-DAD00077BF4C}"/>
              </a:ext>
            </a:extLst>
          </p:cNvPr>
          <p:cNvSpPr>
            <a:spLocks noGrp="1"/>
          </p:cNvSpPr>
          <p:nvPr>
            <p:ph sz="quarter" idx="14"/>
          </p:nvPr>
        </p:nvSpPr>
        <p:spPr>
          <a:xfrm>
            <a:off x="146049" y="748621"/>
            <a:ext cx="8870950" cy="4044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41009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a:solidFill>
                  <a:schemeClr val="bg1"/>
                </a:solidFill>
                <a:latin typeface="Calibri" panose="020F0502020204030204" pitchFamily="34" charset="0"/>
                <a:cs typeface="Calibri" panose="020F0502020204030204" pitchFamily="34" charset="0"/>
              </a:rPr>
              <a:t>Copyright © 2022 CompTIA, Inc. All Rights Reserved.  |  CompTIA.org</a:t>
            </a:r>
            <a:endParaRPr lang="en-US">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2"/>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a:p>
        </p:txBody>
      </p:sp>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53870" y="2156005"/>
            <a:ext cx="2657475" cy="715620"/>
          </a:xfrm>
          <a:prstGeom prst="rect">
            <a:avLst/>
          </a:prstGeom>
        </p:spPr>
      </p:pic>
    </p:spTree>
    <p:extLst>
      <p:ext uri="{BB962C8B-B14F-4D97-AF65-F5344CB8AC3E}">
        <p14:creationId xmlns:p14="http://schemas.microsoft.com/office/powerpoint/2010/main" val="2001968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Lesson">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Lesson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Lesson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a:solidFill>
                  <a:schemeClr val="bg1"/>
                </a:solidFill>
                <a:latin typeface="Calibri" panose="020F0502020204030204" pitchFamily="34" charset="0"/>
                <a:cs typeface="Calibri" panose="020F0502020204030204" pitchFamily="34" charset="0"/>
              </a:rPr>
              <a:t>Copyright © 2022 CompTIA, Inc. All Rights Reserved.  |  CompTIA.org</a:t>
            </a:r>
            <a:endParaRPr lang="en-US">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1974321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Topic">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Title </a:t>
            </a:r>
            <a:r>
              <a:rPr lang="en-US" err="1"/>
              <a:t>Title</a:t>
            </a:r>
            <a:endParaRPr lang="en-US"/>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Topic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a:solidFill>
                  <a:schemeClr val="bg1"/>
                </a:solidFill>
                <a:latin typeface="Calibri" panose="020F0502020204030204" pitchFamily="34" charset="0"/>
                <a:cs typeface="Calibri" panose="020F0502020204030204" pitchFamily="34" charset="0"/>
              </a:rPr>
              <a:t>Copyright © 2022 CompTIA, Inc. All Rights Reserved.  |  CompTIA.org</a:t>
            </a:r>
            <a:endParaRPr lang="en-US">
              <a:solidFill>
                <a:schemeClr val="bg1"/>
              </a:solidFill>
              <a:latin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7B711CB8-C942-4974-982E-45957883E0C7}"/>
              </a:ext>
            </a:extLst>
          </p:cNvPr>
          <p:cNvSpPr>
            <a:spLocks noGrp="1"/>
          </p:cNvSpPr>
          <p:nvPr>
            <p:ph type="body" sz="quarter" idx="12" hasCustomPrompt="1"/>
          </p:nvPr>
        </p:nvSpPr>
        <p:spPr>
          <a:xfrm>
            <a:off x="650366" y="554002"/>
            <a:ext cx="1813560" cy="489656"/>
          </a:xfrm>
          <a:prstGeom prst="rect">
            <a:avLst/>
          </a:prstGeom>
        </p:spPr>
        <p:txBody>
          <a:bodyPr lIns="0" rIns="0"/>
          <a:lstStyle>
            <a:lvl1pPr marL="0" indent="0">
              <a:buNone/>
              <a:defRPr/>
            </a:lvl1pPr>
            <a:lvl5pPr>
              <a:defRPr/>
            </a:lvl5pPr>
          </a:lstStyle>
          <a:p>
            <a:pPr lvl="0"/>
            <a:r>
              <a:rPr lang="en-US"/>
              <a:t>Lesson #</a:t>
            </a:r>
            <a:endParaRPr lang="en-GB"/>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pic>
        <p:nvPicPr>
          <p:cNvPr id="11" name="Graphic 10">
            <a:extLst>
              <a:ext uri="{FF2B5EF4-FFF2-40B4-BE49-F238E27FC236}">
                <a16:creationId xmlns:a16="http://schemas.microsoft.com/office/drawing/2014/main" id="{A18ADF54-DD1F-4BCB-BF1D-E42C267918B0}"/>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21421816">
            <a:off x="354347" y="454737"/>
            <a:ext cx="2225591" cy="575230"/>
          </a:xfrm>
          <a:prstGeom prst="rect">
            <a:avLst/>
          </a:prstGeom>
        </p:spPr>
      </p:pic>
    </p:spTree>
    <p:extLst>
      <p:ext uri="{BB962C8B-B14F-4D97-AF65-F5344CB8AC3E}">
        <p14:creationId xmlns:p14="http://schemas.microsoft.com/office/powerpoint/2010/main" val="4084809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Lesson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a:solidFill>
                  <a:schemeClr val="bg1"/>
                </a:solidFill>
                <a:latin typeface="Calibri" panose="020F0502020204030204" pitchFamily="34" charset="0"/>
                <a:cs typeface="Calibri" panose="020F0502020204030204" pitchFamily="34" charset="0"/>
              </a:rPr>
              <a:t>Copyright © 2022 CompTIA, Inc. All Rights Reserved.  |  CompTIA.org</a:t>
            </a:r>
            <a:endParaRPr lang="en-US">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a:latin typeface="Calibri" panose="020F0502020204030204" pitchFamily="34" charset="0"/>
                <a:cs typeface="Calibri" panose="020F0502020204030204" pitchFamily="34" charset="0"/>
              </a:rPr>
              <a:t>Summary</a:t>
            </a:r>
            <a:endParaRPr lang="en-GB">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4111725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0104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a:t>Click to edit Master title style</a:t>
            </a:r>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14" r:id="rId1"/>
    <p:sldLayoutId id="2147483917" r:id="rId2"/>
    <p:sldLayoutId id="2147483918" r:id="rId3"/>
    <p:sldLayoutId id="2147483919" r:id="rId4"/>
    <p:sldLayoutId id="2147483922" r:id="rId5"/>
    <p:sldLayoutId id="2147483924" r:id="rId6"/>
    <p:sldLayoutId id="2147483932" r:id="rId7"/>
    <p:sldLayoutId id="2147483912" r:id="rId8"/>
    <p:sldLayoutId id="2147483911" r:id="rId9"/>
    <p:sldLayoutId id="2147483926" r:id="rId10"/>
    <p:sldLayoutId id="2147483927" r:id="rId11"/>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1000"/>
        </a:spcBef>
        <a:spcAft>
          <a:spcPts val="60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685800" indent="-34290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1000"/>
        </a:spcBef>
        <a:spcAft>
          <a:spcPts val="600"/>
        </a:spcAft>
        <a:buClrTx/>
        <a:buSzPct val="100000"/>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C8D69-59A7-41BB-A11D-96CF3B4B8948}"/>
              </a:ext>
            </a:extLst>
          </p:cNvPr>
          <p:cNvSpPr>
            <a:spLocks noGrp="1"/>
          </p:cNvSpPr>
          <p:nvPr>
            <p:ph type="title"/>
          </p:nvPr>
        </p:nvSpPr>
        <p:spPr/>
        <p:txBody>
          <a:bodyPr/>
          <a:lstStyle/>
          <a:p>
            <a:r>
              <a:rPr lang="en-US" dirty="0"/>
              <a:t>Redundant Array of Independent Disks </a:t>
            </a:r>
            <a:endParaRPr lang="en-GB" dirty="0"/>
          </a:p>
        </p:txBody>
      </p:sp>
      <p:sp>
        <p:nvSpPr>
          <p:cNvPr id="3" name="Content Placeholder 2">
            <a:extLst>
              <a:ext uri="{FF2B5EF4-FFF2-40B4-BE49-F238E27FC236}">
                <a16:creationId xmlns:a16="http://schemas.microsoft.com/office/drawing/2014/main" id="{CD9DC10E-E2F2-4E99-BB7A-D0512C978795}"/>
              </a:ext>
            </a:extLst>
          </p:cNvPr>
          <p:cNvSpPr>
            <a:spLocks noGrp="1"/>
          </p:cNvSpPr>
          <p:nvPr>
            <p:ph idx="1"/>
          </p:nvPr>
        </p:nvSpPr>
        <p:spPr/>
        <p:txBody>
          <a:bodyPr/>
          <a:lstStyle/>
          <a:p>
            <a:r>
              <a:rPr lang="en-US"/>
              <a:t>Fault tolerance</a:t>
            </a:r>
          </a:p>
          <a:p>
            <a:r>
              <a:rPr lang="en-US"/>
              <a:t>Drive configurations and RAID levels</a:t>
            </a:r>
          </a:p>
          <a:p>
            <a:r>
              <a:rPr lang="en-US"/>
              <a:t>Software versus hardware RAID</a:t>
            </a:r>
            <a:endParaRPr lang="en-GB"/>
          </a:p>
        </p:txBody>
      </p:sp>
      <p:pic>
        <p:nvPicPr>
          <p:cNvPr id="6" name="Content Placeholder 5" descr="Screenshot of the user interface for the RAID controller firmware with 2 installed drives displayed.">
            <a:extLst>
              <a:ext uri="{FF2B5EF4-FFF2-40B4-BE49-F238E27FC236}">
                <a16:creationId xmlns:a16="http://schemas.microsoft.com/office/drawing/2014/main" id="{7E36225C-FD01-40D5-B050-C32056841F94}"/>
              </a:ext>
            </a:extLst>
          </p:cNvPr>
          <p:cNvPicPr>
            <a:picLocks noGrp="1"/>
          </p:cNvPicPr>
          <p:nvPr>
            <p:ph idx="12"/>
          </p:nvPr>
        </p:nvPicPr>
        <p:blipFill>
          <a:blip r:embed="rId3">
            <a:extLst>
              <a:ext uri="{28A0092B-C50C-407E-A947-70E740481C1C}">
                <a14:useLocalDpi xmlns:a14="http://schemas.microsoft.com/office/drawing/2010/main" val="0"/>
              </a:ext>
            </a:extLst>
          </a:blip>
          <a:srcRect/>
          <a:stretch>
            <a:fillRect/>
          </a:stretch>
        </p:blipFill>
        <p:spPr bwMode="auto">
          <a:xfrm>
            <a:off x="5115416" y="2727693"/>
            <a:ext cx="3901584" cy="2124371"/>
          </a:xfrm>
          <a:prstGeom prst="rect">
            <a:avLst/>
          </a:prstGeom>
          <a:noFill/>
          <a:ln>
            <a:noFill/>
          </a:ln>
        </p:spPr>
      </p:pic>
      <p:sp>
        <p:nvSpPr>
          <p:cNvPr id="4" name="TextBox 3">
            <a:extLst>
              <a:ext uri="{FF2B5EF4-FFF2-40B4-BE49-F238E27FC236}">
                <a16:creationId xmlns:a16="http://schemas.microsoft.com/office/drawing/2014/main" id="{ED4A35AF-C99D-4906-AC24-C745385E8029}"/>
              </a:ext>
            </a:extLst>
          </p:cNvPr>
          <p:cNvSpPr txBox="1"/>
          <p:nvPr/>
        </p:nvSpPr>
        <p:spPr>
          <a:xfrm>
            <a:off x="5774266" y="4861103"/>
            <a:ext cx="2096219"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i="1" dirty="0">
                <a:ea typeface="Open Sans"/>
                <a:cs typeface="Open Sans"/>
              </a:rPr>
              <a:t>Image ©123RF.com</a:t>
            </a:r>
            <a:endParaRPr lang="en-US" sz="1000" dirty="0">
              <a:ea typeface="Open Sans"/>
              <a:cs typeface="Open Sans"/>
            </a:endParaRPr>
          </a:p>
        </p:txBody>
      </p:sp>
      <p:sp>
        <p:nvSpPr>
          <p:cNvPr id="5" name="Slide Number Placeholder 4">
            <a:extLst>
              <a:ext uri="{FF2B5EF4-FFF2-40B4-BE49-F238E27FC236}">
                <a16:creationId xmlns:a16="http://schemas.microsoft.com/office/drawing/2014/main" id="{112DB419-0E89-42A7-B673-BB43A46918F3}"/>
              </a:ext>
            </a:extLst>
          </p:cNvPr>
          <p:cNvSpPr>
            <a:spLocks noGrp="1"/>
          </p:cNvSpPr>
          <p:nvPr>
            <p:ph type="sldNum" sz="quarter" idx="13"/>
          </p:nvPr>
        </p:nvSpPr>
        <p:spPr/>
        <p:txBody>
          <a:bodyPr/>
          <a:lstStyle/>
          <a:p>
            <a:fld id="{B7CF8A19-3A9E-4ABC-B336-2FDDE321C72D}" type="slidenum">
              <a:rPr lang="en-US" smtClean="0"/>
              <a:pPr/>
              <a:t>1</a:t>
            </a:fld>
            <a:endParaRPr lang="en-US"/>
          </a:p>
        </p:txBody>
      </p:sp>
      <p:pic>
        <p:nvPicPr>
          <p:cNvPr id="8" name="Picture 7" descr="A close-up of a machine&#10;&#10;Description automatically generated with low confidence">
            <a:extLst>
              <a:ext uri="{FF2B5EF4-FFF2-40B4-BE49-F238E27FC236}">
                <a16:creationId xmlns:a16="http://schemas.microsoft.com/office/drawing/2014/main" id="{E45602B0-E7F3-0579-01E1-B4D425FE65B4}"/>
              </a:ext>
            </a:extLst>
          </p:cNvPr>
          <p:cNvPicPr>
            <a:picLocks noChangeAspect="1"/>
          </p:cNvPicPr>
          <p:nvPr/>
        </p:nvPicPr>
        <p:blipFill>
          <a:blip r:embed="rId4"/>
          <a:stretch>
            <a:fillRect/>
          </a:stretch>
        </p:blipFill>
        <p:spPr>
          <a:xfrm>
            <a:off x="5115416" y="586509"/>
            <a:ext cx="3810532" cy="2124371"/>
          </a:xfrm>
          <a:prstGeom prst="rect">
            <a:avLst/>
          </a:prstGeom>
        </p:spPr>
      </p:pic>
    </p:spTree>
    <p:extLst>
      <p:ext uri="{BB962C8B-B14F-4D97-AF65-F5344CB8AC3E}">
        <p14:creationId xmlns:p14="http://schemas.microsoft.com/office/powerpoint/2010/main" val="14257296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DF911-2C51-4645-A757-357F9543B0D0}"/>
              </a:ext>
            </a:extLst>
          </p:cNvPr>
          <p:cNvSpPr>
            <a:spLocks noGrp="1"/>
          </p:cNvSpPr>
          <p:nvPr>
            <p:ph type="title"/>
          </p:nvPr>
        </p:nvSpPr>
        <p:spPr>
          <a:xfrm>
            <a:off x="0" y="0"/>
            <a:ext cx="9143999" cy="603250"/>
          </a:xfrm>
        </p:spPr>
        <p:txBody>
          <a:bodyPr/>
          <a:lstStyle/>
          <a:p>
            <a:r>
              <a:rPr lang="en-US" dirty="0"/>
              <a:t>RAID 0 and RAID 1</a:t>
            </a:r>
            <a:endParaRPr lang="en-GB" dirty="0"/>
          </a:p>
        </p:txBody>
      </p:sp>
      <p:sp>
        <p:nvSpPr>
          <p:cNvPr id="5" name="Content Placeholder 4">
            <a:extLst>
              <a:ext uri="{FF2B5EF4-FFF2-40B4-BE49-F238E27FC236}">
                <a16:creationId xmlns:a16="http://schemas.microsoft.com/office/drawing/2014/main" id="{647609C4-BD3E-4DF5-A50F-67747762FCD9}"/>
              </a:ext>
            </a:extLst>
          </p:cNvPr>
          <p:cNvSpPr>
            <a:spLocks noGrp="1"/>
          </p:cNvSpPr>
          <p:nvPr>
            <p:ph idx="12"/>
          </p:nvPr>
        </p:nvSpPr>
        <p:spPr>
          <a:xfrm>
            <a:off x="4636383" y="746760"/>
            <a:ext cx="4380617" cy="4046220"/>
          </a:xfrm>
        </p:spPr>
        <p:txBody>
          <a:bodyPr>
            <a:normAutofit/>
          </a:bodyPr>
          <a:lstStyle/>
          <a:p>
            <a:r>
              <a:rPr lang="en-US"/>
              <a:t>RAID 0</a:t>
            </a:r>
          </a:p>
          <a:p>
            <a:pPr lvl="1"/>
            <a:r>
              <a:rPr lang="en-US"/>
              <a:t>Disk striping for performance</a:t>
            </a:r>
          </a:p>
          <a:p>
            <a:pPr lvl="1"/>
            <a:r>
              <a:rPr lang="en-US"/>
              <a:t>No fault tolerance</a:t>
            </a:r>
          </a:p>
          <a:p>
            <a:r>
              <a:rPr lang="en-US"/>
              <a:t>RAID 1</a:t>
            </a:r>
          </a:p>
          <a:p>
            <a:pPr lvl="1"/>
            <a:r>
              <a:rPr lang="en-US"/>
              <a:t>Mirroring two disks for redundancy</a:t>
            </a:r>
          </a:p>
          <a:p>
            <a:pPr lvl="1"/>
            <a:r>
              <a:rPr lang="en-US"/>
              <a:t>Only 50% disk capacity available to volume</a:t>
            </a:r>
          </a:p>
        </p:txBody>
      </p:sp>
      <p:pic>
        <p:nvPicPr>
          <p:cNvPr id="7" name="Content Placeholder 6" descr="Top Image: A diagram of an expansion card installed in the PC tower that connects to 2 sets of 4 disk drives each, labeled Data 1 through Data 8.&#10;&#10;Bottom Image: A diagram of an expansion card installed in the PC tower that connects to two disk drives, each labeled Data 123.">
            <a:extLst>
              <a:ext uri="{FF2B5EF4-FFF2-40B4-BE49-F238E27FC236}">
                <a16:creationId xmlns:a16="http://schemas.microsoft.com/office/drawing/2014/main" id="{B507BC02-89BF-4D77-8DA9-D048933D6AAA}"/>
              </a:ext>
            </a:extLst>
          </p:cNvPr>
          <p:cNvPicPr>
            <a:picLocks noGrp="1" noChangeAspect="1"/>
          </p:cNvPicPr>
          <p:nvPr>
            <p:ph idx="1"/>
          </p:nvPr>
        </p:nvPicPr>
        <p:blipFill>
          <a:blip r:embed="rId3"/>
          <a:stretch>
            <a:fillRect/>
          </a:stretch>
        </p:blipFill>
        <p:spPr>
          <a:xfrm>
            <a:off x="674377" y="746125"/>
            <a:ext cx="3297858" cy="4046538"/>
          </a:xfrm>
          <a:prstGeom prst="rect">
            <a:avLst/>
          </a:prstGeom>
        </p:spPr>
      </p:pic>
      <p:sp>
        <p:nvSpPr>
          <p:cNvPr id="3" name="TextBox 2">
            <a:extLst>
              <a:ext uri="{FF2B5EF4-FFF2-40B4-BE49-F238E27FC236}">
                <a16:creationId xmlns:a16="http://schemas.microsoft.com/office/drawing/2014/main" id="{4E6262ED-9F25-4993-B407-15300FD8068D}"/>
              </a:ext>
            </a:extLst>
          </p:cNvPr>
          <p:cNvSpPr txBox="1"/>
          <p:nvPr/>
        </p:nvSpPr>
        <p:spPr>
          <a:xfrm>
            <a:off x="1234615" y="4591887"/>
            <a:ext cx="2096219"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i="1">
                <a:ea typeface="Open Sans"/>
                <a:cs typeface="Open Sans"/>
              </a:rPr>
              <a:t>Image ©123RF.com</a:t>
            </a:r>
            <a:endParaRPr lang="en-US" sz="1000">
              <a:ea typeface="Open Sans"/>
              <a:cs typeface="Open Sans"/>
            </a:endParaRPr>
          </a:p>
        </p:txBody>
      </p:sp>
      <p:sp>
        <p:nvSpPr>
          <p:cNvPr id="4" name="Slide Number Placeholder 3">
            <a:extLst>
              <a:ext uri="{FF2B5EF4-FFF2-40B4-BE49-F238E27FC236}">
                <a16:creationId xmlns:a16="http://schemas.microsoft.com/office/drawing/2014/main" id="{C11AC9F8-8A06-40CA-9CFB-6C400783B365}"/>
              </a:ext>
            </a:extLst>
          </p:cNvPr>
          <p:cNvSpPr>
            <a:spLocks noGrp="1"/>
          </p:cNvSpPr>
          <p:nvPr>
            <p:ph type="sldNum" sz="quarter" idx="13"/>
          </p:nvPr>
        </p:nvSpPr>
        <p:spPr/>
        <p:txBody>
          <a:bodyPr/>
          <a:lstStyle/>
          <a:p>
            <a:fld id="{B7CF8A19-3A9E-4ABC-B336-2FDDE321C72D}" type="slidenum">
              <a:rPr lang="en-US" smtClean="0"/>
              <a:pPr/>
              <a:t>2</a:t>
            </a:fld>
            <a:endParaRPr lang="en-US"/>
          </a:p>
        </p:txBody>
      </p:sp>
    </p:spTree>
    <p:extLst>
      <p:ext uri="{BB962C8B-B14F-4D97-AF65-F5344CB8AC3E}">
        <p14:creationId xmlns:p14="http://schemas.microsoft.com/office/powerpoint/2010/main" val="12446651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69248-16CF-468F-B2FE-6364BF556123}"/>
              </a:ext>
            </a:extLst>
          </p:cNvPr>
          <p:cNvSpPr>
            <a:spLocks noGrp="1"/>
          </p:cNvSpPr>
          <p:nvPr>
            <p:ph type="title"/>
          </p:nvPr>
        </p:nvSpPr>
        <p:spPr/>
        <p:txBody>
          <a:bodyPr/>
          <a:lstStyle/>
          <a:p>
            <a:r>
              <a:rPr lang="en-US" dirty="0"/>
              <a:t>RAID 5 and RAID 10</a:t>
            </a:r>
            <a:endParaRPr lang="en-GB" dirty="0"/>
          </a:p>
        </p:txBody>
      </p:sp>
      <p:pic>
        <p:nvPicPr>
          <p:cNvPr id="8" name="Content Placeholder 7" descr="Top Image: A diagram of an expansion card installed in the PC tower that connects to two disk drives, each labeled Data 123.&#10;&#10;Bottom image: A diagram of an expansion card installed in the PC tower that connects to 12 different disk drives.">
            <a:extLst>
              <a:ext uri="{FF2B5EF4-FFF2-40B4-BE49-F238E27FC236}">
                <a16:creationId xmlns:a16="http://schemas.microsoft.com/office/drawing/2014/main" id="{789DD0B6-1C21-47B4-944D-F42A9A52EB7A}"/>
              </a:ext>
            </a:extLst>
          </p:cNvPr>
          <p:cNvPicPr>
            <a:picLocks noGrp="1" noChangeAspect="1"/>
          </p:cNvPicPr>
          <p:nvPr>
            <p:ph idx="1"/>
          </p:nvPr>
        </p:nvPicPr>
        <p:blipFill>
          <a:blip r:embed="rId3"/>
          <a:stretch>
            <a:fillRect/>
          </a:stretch>
        </p:blipFill>
        <p:spPr>
          <a:xfrm>
            <a:off x="1005690" y="746125"/>
            <a:ext cx="2635233" cy="4046538"/>
          </a:xfrm>
          <a:prstGeom prst="rect">
            <a:avLst/>
          </a:prstGeom>
        </p:spPr>
      </p:pic>
      <p:sp>
        <p:nvSpPr>
          <p:cNvPr id="4" name="Content Placeholder 3">
            <a:extLst>
              <a:ext uri="{FF2B5EF4-FFF2-40B4-BE49-F238E27FC236}">
                <a16:creationId xmlns:a16="http://schemas.microsoft.com/office/drawing/2014/main" id="{55B10EC2-811C-42CB-8D53-3B8494B76C8A}"/>
              </a:ext>
            </a:extLst>
          </p:cNvPr>
          <p:cNvSpPr>
            <a:spLocks noGrp="1"/>
          </p:cNvSpPr>
          <p:nvPr>
            <p:ph idx="12"/>
          </p:nvPr>
        </p:nvSpPr>
        <p:spPr/>
        <p:txBody>
          <a:bodyPr>
            <a:normAutofit fontScale="85000" lnSpcReduction="20000"/>
          </a:bodyPr>
          <a:lstStyle/>
          <a:p>
            <a:r>
              <a:rPr lang="en-US"/>
              <a:t>RAID 5</a:t>
            </a:r>
          </a:p>
          <a:p>
            <a:pPr lvl="1"/>
            <a:r>
              <a:rPr lang="en-US"/>
              <a:t>Distributed parity</a:t>
            </a:r>
          </a:p>
          <a:p>
            <a:pPr lvl="1"/>
            <a:r>
              <a:rPr lang="en-US"/>
              <a:t>Can sustain single device failure</a:t>
            </a:r>
          </a:p>
          <a:p>
            <a:pPr lvl="1"/>
            <a:r>
              <a:rPr lang="en-US"/>
              <a:t>Capacity depends on number of disks</a:t>
            </a:r>
          </a:p>
          <a:p>
            <a:r>
              <a:rPr lang="en-US"/>
              <a:t>RAID 10</a:t>
            </a:r>
          </a:p>
          <a:p>
            <a:pPr lvl="1"/>
            <a:r>
              <a:rPr lang="en-US"/>
              <a:t>Stripe of mirrors requiring at least four disks</a:t>
            </a:r>
          </a:p>
          <a:p>
            <a:pPr lvl="1"/>
            <a:r>
              <a:rPr lang="en-US"/>
              <a:t>Can sustain one device failure in each sub-volume</a:t>
            </a:r>
          </a:p>
          <a:p>
            <a:pPr lvl="1"/>
            <a:r>
              <a:rPr lang="en-US"/>
              <a:t>Only 50% disk capacity available to volume</a:t>
            </a:r>
          </a:p>
          <a:p>
            <a:pPr lvl="1"/>
            <a:endParaRPr lang="en-GB"/>
          </a:p>
        </p:txBody>
      </p:sp>
      <p:sp>
        <p:nvSpPr>
          <p:cNvPr id="3" name="TextBox 2">
            <a:extLst>
              <a:ext uri="{FF2B5EF4-FFF2-40B4-BE49-F238E27FC236}">
                <a16:creationId xmlns:a16="http://schemas.microsoft.com/office/drawing/2014/main" id="{04CA7600-594A-4AD1-B7AA-CB4EF02C1149}"/>
              </a:ext>
            </a:extLst>
          </p:cNvPr>
          <p:cNvSpPr txBox="1"/>
          <p:nvPr/>
        </p:nvSpPr>
        <p:spPr>
          <a:xfrm>
            <a:off x="1008172" y="4742849"/>
            <a:ext cx="2096219"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i="1">
                <a:ea typeface="Open Sans"/>
                <a:cs typeface="Open Sans"/>
              </a:rPr>
              <a:t>Image ©123RF.com</a:t>
            </a:r>
            <a:endParaRPr lang="en-US" sz="1000">
              <a:ea typeface="Open Sans"/>
              <a:cs typeface="Open Sans"/>
            </a:endParaRPr>
          </a:p>
        </p:txBody>
      </p:sp>
      <p:sp>
        <p:nvSpPr>
          <p:cNvPr id="5" name="Slide Number Placeholder 4">
            <a:extLst>
              <a:ext uri="{FF2B5EF4-FFF2-40B4-BE49-F238E27FC236}">
                <a16:creationId xmlns:a16="http://schemas.microsoft.com/office/drawing/2014/main" id="{0541A959-DD6C-4525-BEA5-39BE6B79230F}"/>
              </a:ext>
            </a:extLst>
          </p:cNvPr>
          <p:cNvSpPr>
            <a:spLocks noGrp="1"/>
          </p:cNvSpPr>
          <p:nvPr>
            <p:ph type="sldNum" sz="quarter" idx="13"/>
          </p:nvPr>
        </p:nvSpPr>
        <p:spPr/>
        <p:txBody>
          <a:bodyPr/>
          <a:lstStyle/>
          <a:p>
            <a:fld id="{B7CF8A19-3A9E-4ABC-B336-2FDDE321C72D}" type="slidenum">
              <a:rPr lang="en-US" smtClean="0"/>
              <a:pPr/>
              <a:t>3</a:t>
            </a:fld>
            <a:endParaRPr lang="en-US"/>
          </a:p>
        </p:txBody>
      </p:sp>
    </p:spTree>
    <p:extLst>
      <p:ext uri="{BB962C8B-B14F-4D97-AF65-F5344CB8AC3E}">
        <p14:creationId xmlns:p14="http://schemas.microsoft.com/office/powerpoint/2010/main" val="1087922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B1C9A5E-58E7-4515-843B-6741F1515E50}"/>
              </a:ext>
            </a:extLst>
          </p:cNvPr>
          <p:cNvSpPr>
            <a:spLocks noGrp="1"/>
          </p:cNvSpPr>
          <p:nvPr>
            <p:ph type="title"/>
          </p:nvPr>
        </p:nvSpPr>
        <p:spPr>
          <a:xfrm>
            <a:off x="3032760" y="0"/>
            <a:ext cx="6111239" cy="603250"/>
          </a:xfrm>
        </p:spPr>
        <p:txBody>
          <a:bodyPr/>
          <a:lstStyle/>
          <a:p>
            <a:r>
              <a:rPr lang="en-GB" dirty="0"/>
              <a:t>Storage Devices</a:t>
            </a:r>
          </a:p>
        </p:txBody>
      </p:sp>
      <p:sp>
        <p:nvSpPr>
          <p:cNvPr id="10" name="Content Placeholder 9">
            <a:extLst>
              <a:ext uri="{FF2B5EF4-FFF2-40B4-BE49-F238E27FC236}">
                <a16:creationId xmlns:a16="http://schemas.microsoft.com/office/drawing/2014/main" id="{CAD9BCB6-18D4-450D-84A4-E55A34431B0D}"/>
              </a:ext>
            </a:extLst>
          </p:cNvPr>
          <p:cNvSpPr>
            <a:spLocks noGrp="1"/>
          </p:cNvSpPr>
          <p:nvPr>
            <p:ph sz="quarter" idx="11"/>
          </p:nvPr>
        </p:nvSpPr>
        <p:spPr/>
        <p:txBody>
          <a:bodyPr>
            <a:normAutofit/>
          </a:bodyPr>
          <a:lstStyle/>
          <a:p>
            <a:r>
              <a:rPr lang="en-US" dirty="0"/>
              <a:t>Mass Storage Devices</a:t>
            </a:r>
          </a:p>
          <a:p>
            <a:r>
              <a:rPr lang="en-US" dirty="0"/>
              <a:t>Solid-State Drives</a:t>
            </a:r>
          </a:p>
          <a:p>
            <a:r>
              <a:rPr lang="en-US" dirty="0"/>
              <a:t>Hard Disk Drives</a:t>
            </a:r>
          </a:p>
          <a:p>
            <a:r>
              <a:rPr lang="en-US" dirty="0"/>
              <a:t>Redundant Array of Independent Disks </a:t>
            </a:r>
          </a:p>
          <a:p>
            <a:r>
              <a:rPr lang="en-US"/>
              <a:t>RAID 0, RAID 1, RAID 5, </a:t>
            </a:r>
            <a:r>
              <a:rPr lang="en-US" dirty="0"/>
              <a:t>and RAID 10</a:t>
            </a:r>
          </a:p>
          <a:p>
            <a:r>
              <a:rPr lang="en-US" dirty="0"/>
              <a:t>Removable Storage Drives</a:t>
            </a:r>
          </a:p>
          <a:p>
            <a:r>
              <a:rPr lang="en-US" dirty="0"/>
              <a:t>Optical Drives</a:t>
            </a:r>
          </a:p>
          <a:p>
            <a:endParaRPr lang="en-GB" dirty="0"/>
          </a:p>
        </p:txBody>
      </p:sp>
      <p:sp>
        <p:nvSpPr>
          <p:cNvPr id="2" name="Slide Number Placeholder 1">
            <a:extLst>
              <a:ext uri="{FF2B5EF4-FFF2-40B4-BE49-F238E27FC236}">
                <a16:creationId xmlns:a16="http://schemas.microsoft.com/office/drawing/2014/main" id="{89AED1B8-EA3B-4E0B-ACE7-4C373C6EE918}"/>
              </a:ext>
            </a:extLst>
          </p:cNvPr>
          <p:cNvSpPr>
            <a:spLocks noGrp="1"/>
          </p:cNvSpPr>
          <p:nvPr>
            <p:ph type="sldNum" sz="quarter" idx="12"/>
          </p:nvPr>
        </p:nvSpPr>
        <p:spPr/>
        <p:txBody>
          <a:bodyPr/>
          <a:lstStyle/>
          <a:p>
            <a:fld id="{B7CF8A19-3A9E-4ABC-B336-2FDDE321C72D}" type="slidenum">
              <a:rPr lang="en-US" smtClean="0"/>
              <a:pPr/>
              <a:t>4</a:t>
            </a:fld>
            <a:endParaRPr lang="en-US"/>
          </a:p>
        </p:txBody>
      </p:sp>
    </p:spTree>
    <p:extLst>
      <p:ext uri="{BB962C8B-B14F-4D97-AF65-F5344CB8AC3E}">
        <p14:creationId xmlns:p14="http://schemas.microsoft.com/office/powerpoint/2010/main" val="20489852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3A3D68-CD86-44E8-A423-35EAF3F0DBD9}"/>
              </a:ext>
            </a:extLst>
          </p:cNvPr>
          <p:cNvSpPr>
            <a:spLocks noGrp="1"/>
          </p:cNvSpPr>
          <p:nvPr>
            <p:ph type="sldNum" sz="quarter" idx="13"/>
          </p:nvPr>
        </p:nvSpPr>
        <p:spPr/>
        <p:txBody>
          <a:bodyPr/>
          <a:lstStyle/>
          <a:p>
            <a:fld id="{B7CF8A19-3A9E-4ABC-B336-2FDDE321C72D}" type="slidenum">
              <a:rPr lang="en-US" smtClean="0"/>
              <a:pPr/>
              <a:t>5</a:t>
            </a:fld>
            <a:endParaRPr lang="en-US"/>
          </a:p>
        </p:txBody>
      </p:sp>
      <p:sp>
        <p:nvSpPr>
          <p:cNvPr id="3" name="Content Placeholder 2">
            <a:extLst>
              <a:ext uri="{FF2B5EF4-FFF2-40B4-BE49-F238E27FC236}">
                <a16:creationId xmlns:a16="http://schemas.microsoft.com/office/drawing/2014/main" id="{D33F34B4-1F20-43EE-8C6E-4D17B5DCE7F8}"/>
              </a:ext>
            </a:extLst>
          </p:cNvPr>
          <p:cNvSpPr>
            <a:spLocks noGrp="1"/>
          </p:cNvSpPr>
          <p:nvPr>
            <p:ph sz="quarter" idx="14"/>
          </p:nvPr>
        </p:nvSpPr>
        <p:spPr/>
        <p:txBody>
          <a:bodyPr/>
          <a:lstStyle/>
          <a:p>
            <a:r>
              <a:rPr lang="en-US" dirty="0"/>
              <a:t>Virtual Workbench Lab: Install and Configure SSD Storage</a:t>
            </a:r>
          </a:p>
          <a:p>
            <a:endParaRPr lang="en-US" dirty="0"/>
          </a:p>
        </p:txBody>
      </p:sp>
      <p:sp>
        <p:nvSpPr>
          <p:cNvPr id="4" name="Title 3">
            <a:extLst>
              <a:ext uri="{FF2B5EF4-FFF2-40B4-BE49-F238E27FC236}">
                <a16:creationId xmlns:a16="http://schemas.microsoft.com/office/drawing/2014/main" id="{C1A077DC-9D8A-4C4E-94A4-798478E0A0F1}"/>
              </a:ext>
            </a:extLst>
          </p:cNvPr>
          <p:cNvSpPr>
            <a:spLocks noGrp="1"/>
          </p:cNvSpPr>
          <p:nvPr>
            <p:ph type="title" idx="4294967295"/>
          </p:nvPr>
        </p:nvSpPr>
        <p:spPr>
          <a:xfrm>
            <a:off x="0" y="-603250"/>
            <a:ext cx="9143999" cy="603250"/>
          </a:xfrm>
        </p:spPr>
        <p:txBody>
          <a:bodyPr vert="horz" lIns="91440" tIns="45720" rIns="91440" bIns="45720" rtlCol="0" anchor="b">
            <a:noAutofit/>
          </a:bodyPr>
          <a:lstStyle/>
          <a:p>
            <a:pPr marL="71755"/>
            <a:r>
              <a:rPr lang="en-US"/>
              <a:t>Lab Activity</a:t>
            </a:r>
          </a:p>
        </p:txBody>
      </p:sp>
    </p:spTree>
    <p:extLst>
      <p:ext uri="{BB962C8B-B14F-4D97-AF65-F5344CB8AC3E}">
        <p14:creationId xmlns:p14="http://schemas.microsoft.com/office/powerpoint/2010/main" val="3114849050"/>
      </p:ext>
    </p:extLst>
  </p:cSld>
  <p:clrMapOvr>
    <a:masterClrMapping/>
  </p:clrMapOvr>
</p:sld>
</file>

<file path=ppt/theme/theme1.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D2593632-9DC7-410F-8B80-0A3C86780299}" vid="{4B27921E-0E5A-45BC-AA9B-9A536FA2B969}"/>
    </a:ext>
  </a:extLst>
</a:theme>
</file>

<file path=ppt/theme/theme2.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0f5111eb-3000-413c-a264-ede10dd7f625" xsi:nil="true"/>
    <lcf76f155ced4ddcb4097134ff3c332f xmlns="b9ddc68e-543a-4401-880e-f99d082d3346">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51CB63703FCF645AB9352307318A1B1" ma:contentTypeVersion="17" ma:contentTypeDescription="Create a new document." ma:contentTypeScope="" ma:versionID="b45c5cdae36f358bdb0d10ac5c911565">
  <xsd:schema xmlns:xsd="http://www.w3.org/2001/XMLSchema" xmlns:xs="http://www.w3.org/2001/XMLSchema" xmlns:p="http://schemas.microsoft.com/office/2006/metadata/properties" xmlns:ns2="b9ddc68e-543a-4401-880e-f99d082d3346" xmlns:ns3="0f5111eb-3000-413c-a264-ede10dd7f625" targetNamespace="http://schemas.microsoft.com/office/2006/metadata/properties" ma:root="true" ma:fieldsID="098020b00cc7b3aceb21c9cd07b28ea1" ns2:_="" ns3:_="">
    <xsd:import namespace="b9ddc68e-543a-4401-880e-f99d082d3346"/>
    <xsd:import namespace="0f5111eb-3000-413c-a264-ede10dd7f625"/>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9ddc68e-543a-4401-880e-f99d082d334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hidden="true"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OCR" ma:index="13" nillable="true" ma:displayName="Extracted Text" ma:hidden="true" ma:internalName="MediaServiceOCR"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hidden="true" ma:internalName="MediaServiceKeyPoints" ma:readOnly="true">
      <xsd:simpleType>
        <xsd:restriction base="dms:Note"/>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33107afe-cb13-45d0-a368-909a38ecfe4a"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f5111eb-3000-413c-a264-ede10dd7f625" elementFormDefault="qualified">
    <xsd:import namespace="http://schemas.microsoft.com/office/2006/documentManagement/types"/>
    <xsd:import namespace="http://schemas.microsoft.com/office/infopath/2007/PartnerControls"/>
    <xsd:element name="SharedWithUsers" ma:index="16"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hidden="true" ma:internalName="SharedWithDetails" ma:readOnly="true">
      <xsd:simpleType>
        <xsd:restriction base="dms:Note"/>
      </xsd:simpleType>
    </xsd:element>
    <xsd:element name="TaxCatchAll" ma:index="22" nillable="true" ma:displayName="Taxonomy Catch All Column" ma:hidden="true" ma:list="{90d6b898-28d4-49db-8455-42357110c26e}" ma:internalName="TaxCatchAll" ma:showField="CatchAllData" ma:web="0f5111eb-3000-413c-a264-ede10dd7f62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9804A4A-BEBA-46F7-8D91-096B77966F98}">
  <ds:schemaRefs>
    <ds:schemaRef ds:uri="315eb565-7267-4a95-9087-2f433ded3c8b"/>
    <ds:schemaRef ds:uri="95a46270-66ec-4bdf-aabc-d78887d5141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0f5111eb-3000-413c-a264-ede10dd7f625"/>
    <ds:schemaRef ds:uri="b9ddc68e-543a-4401-880e-f99d082d3346"/>
  </ds:schemaRefs>
</ds:datastoreItem>
</file>

<file path=customXml/itemProps2.xml><?xml version="1.0" encoding="utf-8"?>
<ds:datastoreItem xmlns:ds="http://schemas.openxmlformats.org/officeDocument/2006/customXml" ds:itemID="{B82B9C2E-4FD0-4E32-AC03-0DDBF2799B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9ddc68e-543a-4401-880e-f99d082d3346"/>
    <ds:schemaRef ds:uri="0f5111eb-3000-413c-a264-ede10dd7f6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A2CFB8D-1019-43EC-BFD1-51DA4001639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comptia_ova</Template>
  <TotalTime>1038</TotalTime>
  <Words>303</Words>
  <Application>Microsoft Office PowerPoint</Application>
  <PresentationFormat>On-screen Show (16:9)</PresentationFormat>
  <Paragraphs>50</Paragraphs>
  <Slides>5</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Open Sans</vt:lpstr>
      <vt:lpstr>comptia_ov</vt:lpstr>
      <vt:lpstr>Redundant Array of Independent Disks </vt:lpstr>
      <vt:lpstr>RAID 0 and RAID 1</vt:lpstr>
      <vt:lpstr>RAID 5 and RAID 10</vt:lpstr>
      <vt:lpstr>Storage Devices</vt:lpstr>
      <vt:lpstr>Lab Activity</vt:lpstr>
    </vt:vector>
  </TitlesOfParts>
  <Company>CompTIA,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Installing System Devices</dc:title>
  <dc:subject>Slide deck to accompany a CompTIA OCC study guide</dc:subject>
  <dc:creator>James Pengelly</dc:creator>
  <cp:keywords>220-1101; CompTIA A+; A+; Core 1</cp:keywords>
  <dc:description>Copyright © 2022 CompTIA, Inc. All Rights Reserved.  |  CompTIA.org</dc:description>
  <cp:lastModifiedBy>Richard Hunt</cp:lastModifiedBy>
  <cp:revision>28</cp:revision>
  <dcterms:created xsi:type="dcterms:W3CDTF">2021-09-16T09:50:03Z</dcterms:created>
  <dcterms:modified xsi:type="dcterms:W3CDTF">2023-07-05T05:31:02Z</dcterms:modified>
  <cp:category>CompTIA A+ Core 1 (Exam 220-1101)</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0x010100251CB63703FCF645AB9352307318A1B1</vt:lpwstr>
  </property>
  <property fmtid="{D5CDD505-2E9C-101B-9397-08002B2CF9AE}" pid="3" name="MediaServiceImageTags">
    <vt:lpwstr/>
  </property>
</Properties>
</file>