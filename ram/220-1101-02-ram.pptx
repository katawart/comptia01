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12"/>
  </p:notesMasterIdLst>
  <p:handoutMasterIdLst>
    <p:handoutMasterId r:id="rId13"/>
  </p:handoutMasterIdLst>
  <p:sldIdLst>
    <p:sldId id="260" r:id="rId5"/>
    <p:sldId id="276" r:id="rId6"/>
    <p:sldId id="291" r:id="rId7"/>
    <p:sldId id="306" r:id="rId8"/>
    <p:sldId id="279" r:id="rId9"/>
    <p:sldId id="265" r:id="rId10"/>
    <p:sldId id="294" r:id="rId11"/>
  </p:sldIdLst>
  <p:sldSz cx="9144000" cy="5143500" type="screen16x9"/>
  <p:notesSz cx="6858000" cy="9144000"/>
  <p:embeddedFontLst>
    <p:embeddedFont>
      <p:font typeface="Calibri" panose="020F0502020204030204" pitchFamily="34" charset="0"/>
      <p:regular r:id="rId14"/>
      <p:bold r:id="rId15"/>
      <p:italic r:id="rId16"/>
      <p:boldItalic r:id="rId17"/>
    </p:embeddedFont>
    <p:embeddedFont>
      <p:font typeface="Open Sans" panose="020B0606030504020204" pitchFamily="34" charset="0"/>
      <p:regular r:id="rId18"/>
      <p:bold r:id="rId19"/>
      <p:italic r:id="rId20"/>
      <p:boldItalic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4C2DE40-C083-7FA0-259D-E76A539CB0B1}" name="Elaine Gustafson" initials="EG" userId="S::egustafson@comptia.org::8e9fbddc-088d-4145-9000-dcad1c3d148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56" autoAdjust="0"/>
    <p:restoredTop sz="84724" autoAdjust="0"/>
  </p:normalViewPr>
  <p:slideViewPr>
    <p:cSldViewPr snapToGrid="0">
      <p:cViewPr varScale="1">
        <p:scale>
          <a:sx n="131" d="100"/>
          <a:sy n="131" d="100"/>
        </p:scale>
        <p:origin x="1050" y="114"/>
      </p:cViewPr>
      <p:guideLst>
        <p:guide orient="horz" pos="1620"/>
        <p:guide pos="2880"/>
      </p:guideLst>
    </p:cSldViewPr>
  </p:slideViewPr>
  <p:outlineViewPr>
    <p:cViewPr>
      <p:scale>
        <a:sx n="33" d="100"/>
        <a:sy n="33" d="100"/>
      </p:scale>
      <p:origin x="0" y="-498"/>
    </p:cViewPr>
    <p:sldLst>
      <p:sld r:id="rId1" collapse="1"/>
      <p:sld r:id="rId2" collapse="1"/>
      <p:sld r:id="rId3" collapse="1"/>
      <p:sld r:id="rId4" collapse="1"/>
      <p:sld r:id="rId5" collapse="1"/>
    </p:sldLst>
  </p:outlin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8.fntdata"/><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font" Target="fonts/font2.fntdata"/><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1.fntdata"/><Relationship Id="rId22" Type="http://schemas.openxmlformats.org/officeDocument/2006/relationships/commentAuthors" Target="commentAuthors.xml"/><Relationship Id="rId27" Type="http://schemas.microsoft.com/office/2016/11/relationships/changesInfo" Target="changesInfos/changesInfo1.xml"/></Relationships>
</file>

<file path=ppt/_rels/viewProps.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 Target="slides/slide2.xml"/><Relationship Id="rId1" Type="http://schemas.openxmlformats.org/officeDocument/2006/relationships/slide" Target="slides/slide1.xml"/><Relationship Id="rId5" Type="http://schemas.openxmlformats.org/officeDocument/2006/relationships/slide" Target="slides/slide6.xml"/><Relationship Id="rId4"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Hunt" userId="a9b14997-caef-4159-8c34-0f67c79d0d7a" providerId="ADAL" clId="{0ACE48D0-C012-4945-A98F-C6A4B863A307}"/>
    <pc:docChg chg="delSld">
      <pc:chgData name="Richard Hunt" userId="a9b14997-caef-4159-8c34-0f67c79d0d7a" providerId="ADAL" clId="{0ACE48D0-C012-4945-A98F-C6A4B863A307}" dt="2023-07-04T12:06:56.923" v="1" actId="47"/>
      <pc:docMkLst>
        <pc:docMk/>
      </pc:docMkLst>
      <pc:sldChg chg="del">
        <pc:chgData name="Richard Hunt" userId="a9b14997-caef-4159-8c34-0f67c79d0d7a" providerId="ADAL" clId="{0ACE48D0-C012-4945-A98F-C6A4B863A307}" dt="2023-07-04T12:06:48.031" v="0" actId="47"/>
        <pc:sldMkLst>
          <pc:docMk/>
          <pc:sldMk cId="2883335392" sldId="256"/>
        </pc:sldMkLst>
      </pc:sldChg>
      <pc:sldChg chg="del">
        <pc:chgData name="Richard Hunt" userId="a9b14997-caef-4159-8c34-0f67c79d0d7a" providerId="ADAL" clId="{0ACE48D0-C012-4945-A98F-C6A4B863A307}" dt="2023-07-04T12:06:48.031" v="0" actId="47"/>
        <pc:sldMkLst>
          <pc:docMk/>
          <pc:sldMk cId="1720729079" sldId="257"/>
        </pc:sldMkLst>
      </pc:sldChg>
      <pc:sldChg chg="del">
        <pc:chgData name="Richard Hunt" userId="a9b14997-caef-4159-8c34-0f67c79d0d7a" providerId="ADAL" clId="{0ACE48D0-C012-4945-A98F-C6A4B863A307}" dt="2023-07-04T12:06:48.031" v="0" actId="47"/>
        <pc:sldMkLst>
          <pc:docMk/>
          <pc:sldMk cId="1777302574" sldId="258"/>
        </pc:sldMkLst>
      </pc:sldChg>
      <pc:sldChg chg="del">
        <pc:chgData name="Richard Hunt" userId="a9b14997-caef-4159-8c34-0f67c79d0d7a" providerId="ADAL" clId="{0ACE48D0-C012-4945-A98F-C6A4B863A307}" dt="2023-07-04T12:06:48.031" v="0" actId="47"/>
        <pc:sldMkLst>
          <pc:docMk/>
          <pc:sldMk cId="2498417372" sldId="259"/>
        </pc:sldMkLst>
      </pc:sldChg>
      <pc:sldChg chg="del">
        <pc:chgData name="Richard Hunt" userId="a9b14997-caef-4159-8c34-0f67c79d0d7a" providerId="ADAL" clId="{0ACE48D0-C012-4945-A98F-C6A4B863A307}" dt="2023-07-04T12:06:56.923" v="1" actId="47"/>
        <pc:sldMkLst>
          <pc:docMk/>
          <pc:sldMk cId="2212110038" sldId="261"/>
        </pc:sldMkLst>
      </pc:sldChg>
      <pc:sldChg chg="del">
        <pc:chgData name="Richard Hunt" userId="a9b14997-caef-4159-8c34-0f67c79d0d7a" providerId="ADAL" clId="{0ACE48D0-C012-4945-A98F-C6A4B863A307}" dt="2023-07-04T12:06:56.923" v="1" actId="47"/>
        <pc:sldMkLst>
          <pc:docMk/>
          <pc:sldMk cId="805133649" sldId="262"/>
        </pc:sldMkLst>
      </pc:sldChg>
      <pc:sldChg chg="del">
        <pc:chgData name="Richard Hunt" userId="a9b14997-caef-4159-8c34-0f67c79d0d7a" providerId="ADAL" clId="{0ACE48D0-C012-4945-A98F-C6A4B863A307}" dt="2023-07-04T12:06:48.031" v="0" actId="47"/>
        <pc:sldMkLst>
          <pc:docMk/>
          <pc:sldMk cId="1142794324" sldId="263"/>
        </pc:sldMkLst>
      </pc:sldChg>
      <pc:sldChg chg="del">
        <pc:chgData name="Richard Hunt" userId="a9b14997-caef-4159-8c34-0f67c79d0d7a" providerId="ADAL" clId="{0ACE48D0-C012-4945-A98F-C6A4B863A307}" dt="2023-07-04T12:06:48.031" v="0" actId="47"/>
        <pc:sldMkLst>
          <pc:docMk/>
          <pc:sldMk cId="2048985250" sldId="264"/>
        </pc:sldMkLst>
      </pc:sldChg>
      <pc:sldChg chg="del">
        <pc:chgData name="Richard Hunt" userId="a9b14997-caef-4159-8c34-0f67c79d0d7a" providerId="ADAL" clId="{0ACE48D0-C012-4945-A98F-C6A4B863A307}" dt="2023-07-04T12:06:56.923" v="1" actId="47"/>
        <pc:sldMkLst>
          <pc:docMk/>
          <pc:sldMk cId="517103484" sldId="266"/>
        </pc:sldMkLst>
      </pc:sldChg>
      <pc:sldChg chg="del">
        <pc:chgData name="Richard Hunt" userId="a9b14997-caef-4159-8c34-0f67c79d0d7a" providerId="ADAL" clId="{0ACE48D0-C012-4945-A98F-C6A4B863A307}" dt="2023-07-04T12:06:48.031" v="0" actId="47"/>
        <pc:sldMkLst>
          <pc:docMk/>
          <pc:sldMk cId="2525177112" sldId="267"/>
        </pc:sldMkLst>
      </pc:sldChg>
      <pc:sldChg chg="del">
        <pc:chgData name="Richard Hunt" userId="a9b14997-caef-4159-8c34-0f67c79d0d7a" providerId="ADAL" clId="{0ACE48D0-C012-4945-A98F-C6A4B863A307}" dt="2023-07-04T12:06:48.031" v="0" actId="47"/>
        <pc:sldMkLst>
          <pc:docMk/>
          <pc:sldMk cId="2913461139" sldId="268"/>
        </pc:sldMkLst>
      </pc:sldChg>
      <pc:sldChg chg="del">
        <pc:chgData name="Richard Hunt" userId="a9b14997-caef-4159-8c34-0f67c79d0d7a" providerId="ADAL" clId="{0ACE48D0-C012-4945-A98F-C6A4B863A307}" dt="2023-07-04T12:06:48.031" v="0" actId="47"/>
        <pc:sldMkLst>
          <pc:docMk/>
          <pc:sldMk cId="2613083861" sldId="269"/>
        </pc:sldMkLst>
      </pc:sldChg>
      <pc:sldChg chg="del">
        <pc:chgData name="Richard Hunt" userId="a9b14997-caef-4159-8c34-0f67c79d0d7a" providerId="ADAL" clId="{0ACE48D0-C012-4945-A98F-C6A4B863A307}" dt="2023-07-04T12:06:48.031" v="0" actId="47"/>
        <pc:sldMkLst>
          <pc:docMk/>
          <pc:sldMk cId="3130537023" sldId="270"/>
        </pc:sldMkLst>
      </pc:sldChg>
      <pc:sldChg chg="del">
        <pc:chgData name="Richard Hunt" userId="a9b14997-caef-4159-8c34-0f67c79d0d7a" providerId="ADAL" clId="{0ACE48D0-C012-4945-A98F-C6A4B863A307}" dt="2023-07-04T12:06:48.031" v="0" actId="47"/>
        <pc:sldMkLst>
          <pc:docMk/>
          <pc:sldMk cId="2914264024" sldId="271"/>
        </pc:sldMkLst>
      </pc:sldChg>
      <pc:sldChg chg="del">
        <pc:chgData name="Richard Hunt" userId="a9b14997-caef-4159-8c34-0f67c79d0d7a" providerId="ADAL" clId="{0ACE48D0-C012-4945-A98F-C6A4B863A307}" dt="2023-07-04T12:06:48.031" v="0" actId="47"/>
        <pc:sldMkLst>
          <pc:docMk/>
          <pc:sldMk cId="4250004454" sldId="272"/>
        </pc:sldMkLst>
      </pc:sldChg>
      <pc:sldChg chg="del">
        <pc:chgData name="Richard Hunt" userId="a9b14997-caef-4159-8c34-0f67c79d0d7a" providerId="ADAL" clId="{0ACE48D0-C012-4945-A98F-C6A4B863A307}" dt="2023-07-04T12:06:48.031" v="0" actId="47"/>
        <pc:sldMkLst>
          <pc:docMk/>
          <pc:sldMk cId="1244665120" sldId="273"/>
        </pc:sldMkLst>
      </pc:sldChg>
      <pc:sldChg chg="del">
        <pc:chgData name="Richard Hunt" userId="a9b14997-caef-4159-8c34-0f67c79d0d7a" providerId="ADAL" clId="{0ACE48D0-C012-4945-A98F-C6A4B863A307}" dt="2023-07-04T12:06:48.031" v="0" actId="47"/>
        <pc:sldMkLst>
          <pc:docMk/>
          <pc:sldMk cId="126929155" sldId="274"/>
        </pc:sldMkLst>
      </pc:sldChg>
      <pc:sldChg chg="del">
        <pc:chgData name="Richard Hunt" userId="a9b14997-caef-4159-8c34-0f67c79d0d7a" providerId="ADAL" clId="{0ACE48D0-C012-4945-A98F-C6A4B863A307}" dt="2023-07-04T12:06:56.923" v="1" actId="47"/>
        <pc:sldMkLst>
          <pc:docMk/>
          <pc:sldMk cId="1464059430" sldId="280"/>
        </pc:sldMkLst>
      </pc:sldChg>
      <pc:sldChg chg="del">
        <pc:chgData name="Richard Hunt" userId="a9b14997-caef-4159-8c34-0f67c79d0d7a" providerId="ADAL" clId="{0ACE48D0-C012-4945-A98F-C6A4B863A307}" dt="2023-07-04T12:06:56.923" v="1" actId="47"/>
        <pc:sldMkLst>
          <pc:docMk/>
          <pc:sldMk cId="3366656133" sldId="281"/>
        </pc:sldMkLst>
      </pc:sldChg>
      <pc:sldChg chg="del">
        <pc:chgData name="Richard Hunt" userId="a9b14997-caef-4159-8c34-0f67c79d0d7a" providerId="ADAL" clId="{0ACE48D0-C012-4945-A98F-C6A4B863A307}" dt="2023-07-04T12:06:56.923" v="1" actId="47"/>
        <pc:sldMkLst>
          <pc:docMk/>
          <pc:sldMk cId="2345795138" sldId="282"/>
        </pc:sldMkLst>
      </pc:sldChg>
      <pc:sldChg chg="del">
        <pc:chgData name="Richard Hunt" userId="a9b14997-caef-4159-8c34-0f67c79d0d7a" providerId="ADAL" clId="{0ACE48D0-C012-4945-A98F-C6A4B863A307}" dt="2023-07-04T12:06:56.923" v="1" actId="47"/>
        <pc:sldMkLst>
          <pc:docMk/>
          <pc:sldMk cId="1673217050" sldId="283"/>
        </pc:sldMkLst>
      </pc:sldChg>
      <pc:sldChg chg="del">
        <pc:chgData name="Richard Hunt" userId="a9b14997-caef-4159-8c34-0f67c79d0d7a" providerId="ADAL" clId="{0ACE48D0-C012-4945-A98F-C6A4B863A307}" dt="2023-07-04T12:06:48.031" v="0" actId="47"/>
        <pc:sldMkLst>
          <pc:docMk/>
          <pc:sldMk cId="4088344930" sldId="284"/>
        </pc:sldMkLst>
      </pc:sldChg>
      <pc:sldChg chg="del">
        <pc:chgData name="Richard Hunt" userId="a9b14997-caef-4159-8c34-0f67c79d0d7a" providerId="ADAL" clId="{0ACE48D0-C012-4945-A98F-C6A4B863A307}" dt="2023-07-04T12:06:48.031" v="0" actId="47"/>
        <pc:sldMkLst>
          <pc:docMk/>
          <pc:sldMk cId="566208637" sldId="285"/>
        </pc:sldMkLst>
      </pc:sldChg>
      <pc:sldChg chg="del">
        <pc:chgData name="Richard Hunt" userId="a9b14997-caef-4159-8c34-0f67c79d0d7a" providerId="ADAL" clId="{0ACE48D0-C012-4945-A98F-C6A4B863A307}" dt="2023-07-04T12:06:48.031" v="0" actId="47"/>
        <pc:sldMkLst>
          <pc:docMk/>
          <pc:sldMk cId="1425729676" sldId="286"/>
        </pc:sldMkLst>
      </pc:sldChg>
      <pc:sldChg chg="del">
        <pc:chgData name="Richard Hunt" userId="a9b14997-caef-4159-8c34-0f67c79d0d7a" providerId="ADAL" clId="{0ACE48D0-C012-4945-A98F-C6A4B863A307}" dt="2023-07-04T12:06:48.031" v="0" actId="47"/>
        <pc:sldMkLst>
          <pc:docMk/>
          <pc:sldMk cId="1087922063" sldId="287"/>
        </pc:sldMkLst>
      </pc:sldChg>
      <pc:sldChg chg="del">
        <pc:chgData name="Richard Hunt" userId="a9b14997-caef-4159-8c34-0f67c79d0d7a" providerId="ADAL" clId="{0ACE48D0-C012-4945-A98F-C6A4B863A307}" dt="2023-07-04T12:06:48.031" v="0" actId="47"/>
        <pc:sldMkLst>
          <pc:docMk/>
          <pc:sldMk cId="1313114942" sldId="288"/>
        </pc:sldMkLst>
      </pc:sldChg>
      <pc:sldChg chg="del">
        <pc:chgData name="Richard Hunt" userId="a9b14997-caef-4159-8c34-0f67c79d0d7a" providerId="ADAL" clId="{0ACE48D0-C012-4945-A98F-C6A4B863A307}" dt="2023-07-04T12:06:56.923" v="1" actId="47"/>
        <pc:sldMkLst>
          <pc:docMk/>
          <pc:sldMk cId="352619168" sldId="290"/>
        </pc:sldMkLst>
      </pc:sldChg>
      <pc:sldChg chg="del">
        <pc:chgData name="Richard Hunt" userId="a9b14997-caef-4159-8c34-0f67c79d0d7a" providerId="ADAL" clId="{0ACE48D0-C012-4945-A98F-C6A4B863A307}" dt="2023-07-04T12:06:48.031" v="0" actId="47"/>
        <pc:sldMkLst>
          <pc:docMk/>
          <pc:sldMk cId="1639003183" sldId="292"/>
        </pc:sldMkLst>
      </pc:sldChg>
      <pc:sldChg chg="del">
        <pc:chgData name="Richard Hunt" userId="a9b14997-caef-4159-8c34-0f67c79d0d7a" providerId="ADAL" clId="{0ACE48D0-C012-4945-A98F-C6A4B863A307}" dt="2023-07-04T12:06:48.031" v="0" actId="47"/>
        <pc:sldMkLst>
          <pc:docMk/>
          <pc:sldMk cId="3114849050" sldId="293"/>
        </pc:sldMkLst>
      </pc:sldChg>
      <pc:sldChg chg="del">
        <pc:chgData name="Richard Hunt" userId="a9b14997-caef-4159-8c34-0f67c79d0d7a" providerId="ADAL" clId="{0ACE48D0-C012-4945-A98F-C6A4B863A307}" dt="2023-07-04T12:06:56.923" v="1" actId="47"/>
        <pc:sldMkLst>
          <pc:docMk/>
          <pc:sldMk cId="2333689731" sldId="295"/>
        </pc:sldMkLst>
      </pc:sldChg>
      <pc:sldChg chg="del">
        <pc:chgData name="Richard Hunt" userId="a9b14997-caef-4159-8c34-0f67c79d0d7a" providerId="ADAL" clId="{0ACE48D0-C012-4945-A98F-C6A4B863A307}" dt="2023-07-04T12:06:48.031" v="0" actId="47"/>
        <pc:sldMkLst>
          <pc:docMk/>
          <pc:sldMk cId="2298370130" sldId="297"/>
        </pc:sldMkLst>
      </pc:sldChg>
      <pc:sldChg chg="del">
        <pc:chgData name="Richard Hunt" userId="a9b14997-caef-4159-8c34-0f67c79d0d7a" providerId="ADAL" clId="{0ACE48D0-C012-4945-A98F-C6A4B863A307}" dt="2023-07-04T12:06:48.031" v="0" actId="47"/>
        <pc:sldMkLst>
          <pc:docMk/>
          <pc:sldMk cId="4167090234" sldId="298"/>
        </pc:sldMkLst>
      </pc:sldChg>
      <pc:sldChg chg="del">
        <pc:chgData name="Richard Hunt" userId="a9b14997-caef-4159-8c34-0f67c79d0d7a" providerId="ADAL" clId="{0ACE48D0-C012-4945-A98F-C6A4B863A307}" dt="2023-07-04T12:06:48.031" v="0" actId="47"/>
        <pc:sldMkLst>
          <pc:docMk/>
          <pc:sldMk cId="2318916869" sldId="299"/>
        </pc:sldMkLst>
      </pc:sldChg>
      <pc:sldChg chg="del">
        <pc:chgData name="Richard Hunt" userId="a9b14997-caef-4159-8c34-0f67c79d0d7a" providerId="ADAL" clId="{0ACE48D0-C012-4945-A98F-C6A4B863A307}" dt="2023-07-04T12:06:48.031" v="0" actId="47"/>
        <pc:sldMkLst>
          <pc:docMk/>
          <pc:sldMk cId="889142878" sldId="300"/>
        </pc:sldMkLst>
      </pc:sldChg>
      <pc:sldChg chg="del">
        <pc:chgData name="Richard Hunt" userId="a9b14997-caef-4159-8c34-0f67c79d0d7a" providerId="ADAL" clId="{0ACE48D0-C012-4945-A98F-C6A4B863A307}" dt="2023-07-04T12:06:48.031" v="0" actId="47"/>
        <pc:sldMkLst>
          <pc:docMk/>
          <pc:sldMk cId="2912399194" sldId="301"/>
        </pc:sldMkLst>
      </pc:sldChg>
      <pc:sldChg chg="del">
        <pc:chgData name="Richard Hunt" userId="a9b14997-caef-4159-8c34-0f67c79d0d7a" providerId="ADAL" clId="{0ACE48D0-C012-4945-A98F-C6A4B863A307}" dt="2023-07-04T12:06:48.031" v="0" actId="47"/>
        <pc:sldMkLst>
          <pc:docMk/>
          <pc:sldMk cId="1946975419" sldId="302"/>
        </pc:sldMkLst>
      </pc:sldChg>
      <pc:sldChg chg="del">
        <pc:chgData name="Richard Hunt" userId="a9b14997-caef-4159-8c34-0f67c79d0d7a" providerId="ADAL" clId="{0ACE48D0-C012-4945-A98F-C6A4B863A307}" dt="2023-07-04T12:06:48.031" v="0" actId="47"/>
        <pc:sldMkLst>
          <pc:docMk/>
          <pc:sldMk cId="503664578" sldId="303"/>
        </pc:sldMkLst>
      </pc:sldChg>
      <pc:sldChg chg="del">
        <pc:chgData name="Richard Hunt" userId="a9b14997-caef-4159-8c34-0f67c79d0d7a" providerId="ADAL" clId="{0ACE48D0-C012-4945-A98F-C6A4B863A307}" dt="2023-07-04T12:06:48.031" v="0" actId="47"/>
        <pc:sldMkLst>
          <pc:docMk/>
          <pc:sldMk cId="3223365003" sldId="304"/>
        </pc:sldMkLst>
      </pc:sldChg>
    </pc:docChg>
  </pc:docChgLst>
  <pc:docChgLst>
    <pc:chgData name="Richard Hunt" userId="a9b14997-caef-4159-8c34-0f67c79d0d7a" providerId="ADAL" clId="{E8BB5DBF-33AB-40D4-A296-8DF852C7AF8D}"/>
    <pc:docChg chg="delSld">
      <pc:chgData name="Richard Hunt" userId="a9b14997-caef-4159-8c34-0f67c79d0d7a" providerId="ADAL" clId="{E8BB5DBF-33AB-40D4-A296-8DF852C7AF8D}" dt="2023-07-05T05:31:41.258" v="2" actId="47"/>
      <pc:docMkLst>
        <pc:docMk/>
      </pc:docMkLst>
      <pc:sldChg chg="del">
        <pc:chgData name="Richard Hunt" userId="a9b14997-caef-4159-8c34-0f67c79d0d7a" providerId="ADAL" clId="{E8BB5DBF-33AB-40D4-A296-8DF852C7AF8D}" dt="2023-07-05T05:31:41.258" v="2" actId="47"/>
        <pc:sldMkLst>
          <pc:docMk/>
          <pc:sldMk cId="3739848039" sldId="278"/>
        </pc:sldMkLst>
      </pc:sldChg>
      <pc:sldChg chg="del">
        <pc:chgData name="Richard Hunt" userId="a9b14997-caef-4159-8c34-0f67c79d0d7a" providerId="ADAL" clId="{E8BB5DBF-33AB-40D4-A296-8DF852C7AF8D}" dt="2023-07-05T05:31:16.264" v="0" actId="47"/>
        <pc:sldMkLst>
          <pc:docMk/>
          <pc:sldMk cId="620214853" sldId="289"/>
        </pc:sldMkLst>
      </pc:sldChg>
      <pc:sldChg chg="del">
        <pc:chgData name="Richard Hunt" userId="a9b14997-caef-4159-8c34-0f67c79d0d7a" providerId="ADAL" clId="{E8BB5DBF-33AB-40D4-A296-8DF852C7AF8D}" dt="2023-07-05T05:31:21.010" v="1" actId="47"/>
        <pc:sldMkLst>
          <pc:docMk/>
          <pc:sldMk cId="3196683041" sldId="305"/>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a:t>Explain that “memory” refers to non-persistent storage. This means that the device must be powered on to retain information.</a:t>
            </a:r>
            <a:endParaRPr lang="en-GB"/>
          </a:p>
        </p:txBody>
      </p:sp>
      <p:sp>
        <p:nvSpPr>
          <p:cNvPr id="4" name="Slide Number Placeholder 3"/>
          <p:cNvSpPr>
            <a:spLocks noGrp="1"/>
          </p:cNvSpPr>
          <p:nvPr>
            <p:ph type="sldNum" sz="quarter" idx="5"/>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3313879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Explain how system memory provides a “workspace” for applications and data while the PC is switched on. </a:t>
            </a:r>
          </a:p>
          <a:p>
            <a:endParaRPr lang="en-US" dirty="0"/>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8428611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Explain that virtual memory allows the PC to have a larger workspace than the amount of physical memory installed by using the disk drive. </a:t>
            </a:r>
            <a:r>
              <a:rPr lang="en-US"/>
              <a:t>Note that the OS also uses the virtual address space to mediate access to the RAM devices and prevent conflicts between processes.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3326227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GB" dirty="0"/>
              <a:t>DDR5 has same pins as DDR4.</a:t>
            </a:r>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957540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a:t>ECC is more likely to be found on server systems than desktops, but it might be used in workstations.</a:t>
            </a:r>
            <a:endParaRPr lang="en-GB"/>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18244120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Take some time at the end of each topic to answer questions. You can use the review questions for discussion in class or set them for students to complete individually during or after class.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549645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err="1"/>
              <a:t>ActivityTitle</a:t>
            </a:r>
            <a:endParaRPr lang="en-GB"/>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2022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2022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Title </a:t>
            </a:r>
            <a:r>
              <a:rPr lang="en-US" err="1"/>
              <a:t>Title</a:t>
            </a:r>
            <a:endParaRPr lang="en-US"/>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2022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a:t>Lesson #</a:t>
            </a:r>
            <a:endParaRPr lang="en-GB"/>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2022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a:latin typeface="Calibri" panose="020F0502020204030204" pitchFamily="34" charset="0"/>
                <a:cs typeface="Calibri" panose="020F0502020204030204" pitchFamily="34" charset="0"/>
              </a:rPr>
              <a:t>Summary</a:t>
            </a:r>
            <a:endParaRPr lang="en-GB">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770050C-9F18-4F47-B8D6-D72D136163E1}"/>
              </a:ext>
            </a:extLst>
          </p:cNvPr>
          <p:cNvSpPr>
            <a:spLocks noGrp="1"/>
          </p:cNvSpPr>
          <p:nvPr>
            <p:ph type="body" sz="quarter" idx="12"/>
          </p:nvPr>
        </p:nvSpPr>
        <p:spPr>
          <a:xfrm>
            <a:off x="650366" y="554002"/>
            <a:ext cx="1813560" cy="489656"/>
          </a:xfrm>
        </p:spPr>
        <p:txBody>
          <a:bodyPr/>
          <a:lstStyle/>
          <a:p>
            <a:r>
              <a:rPr lang="en-US"/>
              <a:t>Lesson 2</a:t>
            </a:r>
            <a:endParaRPr lang="en-GB"/>
          </a:p>
        </p:txBody>
      </p:sp>
      <p:sp>
        <p:nvSpPr>
          <p:cNvPr id="3" name="Subtitle 2">
            <a:extLst>
              <a:ext uri="{FF2B5EF4-FFF2-40B4-BE49-F238E27FC236}">
                <a16:creationId xmlns:a16="http://schemas.microsoft.com/office/drawing/2014/main" id="{A1FE98DE-AB36-4C88-97C9-BDD4B4370421}"/>
              </a:ext>
            </a:extLst>
          </p:cNvPr>
          <p:cNvSpPr>
            <a:spLocks noGrp="1"/>
          </p:cNvSpPr>
          <p:nvPr>
            <p:ph type="subTitle" idx="1"/>
          </p:nvPr>
        </p:nvSpPr>
        <p:spPr>
          <a:xfrm>
            <a:off x="650366" y="1051277"/>
            <a:ext cx="7981244" cy="1080000"/>
          </a:xfrm>
        </p:spPr>
        <p:txBody>
          <a:bodyPr/>
          <a:lstStyle/>
          <a:p>
            <a:r>
              <a:rPr lang="en-US"/>
              <a:t>Topic 2C</a:t>
            </a:r>
            <a:endParaRPr lang="en-GB"/>
          </a:p>
        </p:txBody>
      </p:sp>
      <p:sp>
        <p:nvSpPr>
          <p:cNvPr id="2" name="Title 1">
            <a:extLst>
              <a:ext uri="{FF2B5EF4-FFF2-40B4-BE49-F238E27FC236}">
                <a16:creationId xmlns:a16="http://schemas.microsoft.com/office/drawing/2014/main" id="{4E52F3BC-D347-48A7-8850-F194A742FBD5}"/>
              </a:ext>
            </a:extLst>
          </p:cNvPr>
          <p:cNvSpPr>
            <a:spLocks noGrp="1"/>
          </p:cNvSpPr>
          <p:nvPr>
            <p:ph type="ctrTitle"/>
          </p:nvPr>
        </p:nvSpPr>
        <p:spPr>
          <a:xfrm>
            <a:off x="650366" y="2148385"/>
            <a:ext cx="7981244" cy="1080000"/>
          </a:xfrm>
        </p:spPr>
        <p:txBody>
          <a:bodyPr/>
          <a:lstStyle/>
          <a:p>
            <a:r>
              <a:rPr lang="en-US" dirty="0"/>
              <a:t>Install and Configure System Memory</a:t>
            </a:r>
          </a:p>
        </p:txBody>
      </p:sp>
      <p:sp>
        <p:nvSpPr>
          <p:cNvPr id="6" name="Slide Number Placeholder 5">
            <a:extLst>
              <a:ext uri="{FF2B5EF4-FFF2-40B4-BE49-F238E27FC236}">
                <a16:creationId xmlns:a16="http://schemas.microsoft.com/office/drawing/2014/main" id="{878559F2-4C80-41D4-9406-97179ED36408}"/>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3298559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D7893-03D9-4ABD-84E2-B57819EC2F2C}"/>
              </a:ext>
            </a:extLst>
          </p:cNvPr>
          <p:cNvSpPr>
            <a:spLocks noGrp="1"/>
          </p:cNvSpPr>
          <p:nvPr>
            <p:ph type="title"/>
          </p:nvPr>
        </p:nvSpPr>
        <p:spPr/>
        <p:txBody>
          <a:bodyPr/>
          <a:lstStyle/>
          <a:p>
            <a:r>
              <a:rPr lang="en-US" dirty="0"/>
              <a:t>System RAM and Virtual Memory</a:t>
            </a:r>
            <a:r>
              <a:rPr lang="en-US" sz="2000" dirty="0"/>
              <a:t> (Slide 1 of 2)</a:t>
            </a:r>
            <a:endParaRPr lang="en-GB" dirty="0"/>
          </a:p>
        </p:txBody>
      </p:sp>
      <p:sp>
        <p:nvSpPr>
          <p:cNvPr id="4" name="Content Placeholder 3">
            <a:extLst>
              <a:ext uri="{FF2B5EF4-FFF2-40B4-BE49-F238E27FC236}">
                <a16:creationId xmlns:a16="http://schemas.microsoft.com/office/drawing/2014/main" id="{2794D8FC-5570-46EA-A4A2-E9F8C6D78DF3}"/>
              </a:ext>
            </a:extLst>
          </p:cNvPr>
          <p:cNvSpPr>
            <a:spLocks noGrp="1"/>
          </p:cNvSpPr>
          <p:nvPr>
            <p:ph idx="1"/>
          </p:nvPr>
        </p:nvSpPr>
        <p:spPr/>
        <p:txBody>
          <a:bodyPr>
            <a:normAutofit/>
          </a:bodyPr>
          <a:lstStyle/>
          <a:p>
            <a:r>
              <a:rPr lang="en-US" dirty="0"/>
              <a:t>System memory</a:t>
            </a:r>
          </a:p>
          <a:p>
            <a:pPr lvl="1"/>
            <a:r>
              <a:rPr lang="en-US" dirty="0"/>
              <a:t>Memory controller</a:t>
            </a:r>
          </a:p>
          <a:p>
            <a:pPr lvl="1"/>
            <a:r>
              <a:rPr lang="en-US" dirty="0"/>
              <a:t>Volatile random access memory (RAM)</a:t>
            </a:r>
          </a:p>
          <a:p>
            <a:r>
              <a:rPr lang="en-US" dirty="0"/>
              <a:t>Virtual memory</a:t>
            </a:r>
          </a:p>
          <a:p>
            <a:pPr lvl="1"/>
            <a:r>
              <a:rPr lang="en-US" dirty="0"/>
              <a:t>Pagefile/swap space</a:t>
            </a:r>
          </a:p>
          <a:p>
            <a:pPr lvl="1"/>
            <a:r>
              <a:rPr lang="en-US" dirty="0"/>
              <a:t>Protected mode</a:t>
            </a:r>
          </a:p>
          <a:p>
            <a:endParaRPr lang="en-GB" dirty="0"/>
          </a:p>
        </p:txBody>
      </p:sp>
      <p:sp>
        <p:nvSpPr>
          <p:cNvPr id="5" name="Slide Number Placeholder 4">
            <a:extLst>
              <a:ext uri="{FF2B5EF4-FFF2-40B4-BE49-F238E27FC236}">
                <a16:creationId xmlns:a16="http://schemas.microsoft.com/office/drawing/2014/main" id="{3B503911-2E8C-48A1-AF6C-51D01088472B}"/>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2720655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D7893-03D9-4ABD-84E2-B57819EC2F2C}"/>
              </a:ext>
            </a:extLst>
          </p:cNvPr>
          <p:cNvSpPr>
            <a:spLocks noGrp="1"/>
          </p:cNvSpPr>
          <p:nvPr>
            <p:ph type="title"/>
          </p:nvPr>
        </p:nvSpPr>
        <p:spPr/>
        <p:txBody>
          <a:bodyPr/>
          <a:lstStyle/>
          <a:p>
            <a:r>
              <a:rPr lang="en-US" dirty="0"/>
              <a:t>System RAM and Virtual Memory</a:t>
            </a:r>
            <a:r>
              <a:rPr lang="en-US" sz="2000" dirty="0"/>
              <a:t> (Slide 2 of 2)</a:t>
            </a:r>
            <a:endParaRPr lang="en-GB" dirty="0"/>
          </a:p>
        </p:txBody>
      </p:sp>
      <p:sp>
        <p:nvSpPr>
          <p:cNvPr id="5" name="Slide Number Placeholder 4">
            <a:extLst>
              <a:ext uri="{FF2B5EF4-FFF2-40B4-BE49-F238E27FC236}">
                <a16:creationId xmlns:a16="http://schemas.microsoft.com/office/drawing/2014/main" id="{3B503911-2E8C-48A1-AF6C-51D01088472B}"/>
              </a:ext>
            </a:extLst>
          </p:cNvPr>
          <p:cNvSpPr>
            <a:spLocks noGrp="1"/>
          </p:cNvSpPr>
          <p:nvPr>
            <p:ph type="sldNum" sz="quarter" idx="10"/>
          </p:nvPr>
        </p:nvSpPr>
        <p:spPr/>
        <p:txBody>
          <a:bodyPr/>
          <a:lstStyle/>
          <a:p>
            <a:fld id="{B7CF8A19-3A9E-4ABC-B336-2FDDE321C72D}" type="slidenum">
              <a:rPr lang="en-US" smtClean="0"/>
              <a:pPr/>
              <a:t>3</a:t>
            </a:fld>
            <a:endParaRPr lang="en-US"/>
          </a:p>
        </p:txBody>
      </p:sp>
      <p:sp>
        <p:nvSpPr>
          <p:cNvPr id="3" name="TextBox 2">
            <a:extLst>
              <a:ext uri="{FF2B5EF4-FFF2-40B4-BE49-F238E27FC236}">
                <a16:creationId xmlns:a16="http://schemas.microsoft.com/office/drawing/2014/main" id="{49DDABCA-B157-40AE-91AD-8C049A7CC918}"/>
              </a:ext>
            </a:extLst>
          </p:cNvPr>
          <p:cNvSpPr txBox="1"/>
          <p:nvPr/>
        </p:nvSpPr>
        <p:spPr>
          <a:xfrm>
            <a:off x="3533415" y="4579557"/>
            <a:ext cx="209621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i="1" dirty="0">
                <a:ea typeface="Open Sans"/>
                <a:cs typeface="Open Sans"/>
              </a:rPr>
              <a:t>Image ©123RF.com</a:t>
            </a:r>
            <a:endParaRPr lang="en-US" sz="1000" dirty="0">
              <a:ea typeface="Open Sans"/>
              <a:cs typeface="Open Sans"/>
            </a:endParaRPr>
          </a:p>
        </p:txBody>
      </p:sp>
      <p:pic>
        <p:nvPicPr>
          <p:cNvPr id="4098" name="Picture 2">
            <a:extLst>
              <a:ext uri="{FF2B5EF4-FFF2-40B4-BE49-F238E27FC236}">
                <a16:creationId xmlns:a16="http://schemas.microsoft.com/office/drawing/2014/main" id="{A039A5DC-A7B8-457E-8432-6B0385AA610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14028" y="959231"/>
            <a:ext cx="7534994" cy="3620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2219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150A7769-8DB2-1DE4-9DA4-DF8EDF55A481}"/>
              </a:ext>
            </a:extLst>
          </p:cNvPr>
          <p:cNvSpPr>
            <a:spLocks noGrp="1"/>
          </p:cNvSpPr>
          <p:nvPr>
            <p:ph type="title"/>
          </p:nvPr>
        </p:nvSpPr>
        <p:spPr>
          <a:xfrm>
            <a:off x="0" y="0"/>
            <a:ext cx="9143999" cy="603250"/>
          </a:xfrm>
        </p:spPr>
        <p:txBody>
          <a:bodyPr/>
          <a:lstStyle/>
          <a:p>
            <a:endParaRPr lang="en-US"/>
          </a:p>
        </p:txBody>
      </p:sp>
      <p:sp>
        <p:nvSpPr>
          <p:cNvPr id="5" name="Slide Number Placeholder 4">
            <a:extLst>
              <a:ext uri="{FF2B5EF4-FFF2-40B4-BE49-F238E27FC236}">
                <a16:creationId xmlns:a16="http://schemas.microsoft.com/office/drawing/2014/main" id="{F7F7FB8E-73D1-3B59-454E-4058759B5EF6}"/>
              </a:ext>
            </a:extLst>
          </p:cNvPr>
          <p:cNvSpPr>
            <a:spLocks noGrp="1"/>
          </p:cNvSpPr>
          <p:nvPr>
            <p:ph type="sldNum" sz="quarter" idx="10"/>
          </p:nvPr>
        </p:nvSpPr>
        <p:spPr>
          <a:xfrm>
            <a:off x="8537816" y="4885690"/>
            <a:ext cx="479184" cy="198675"/>
          </a:xfrm>
        </p:spPr>
        <p:txBody>
          <a:bodyPr anchor="ctr">
            <a:normAutofit/>
          </a:bodyPr>
          <a:lstStyle/>
          <a:p>
            <a:pPr>
              <a:lnSpc>
                <a:spcPct val="90000"/>
              </a:lnSpc>
              <a:spcAft>
                <a:spcPts val="600"/>
              </a:spcAft>
            </a:pPr>
            <a:fld id="{B7CF8A19-3A9E-4ABC-B336-2FDDE321C72D}" type="slidenum">
              <a:rPr lang="en-US" sz="700" smtClean="0"/>
              <a:pPr>
                <a:lnSpc>
                  <a:spcPct val="90000"/>
                </a:lnSpc>
                <a:spcAft>
                  <a:spcPts val="600"/>
                </a:spcAft>
              </a:pPr>
              <a:t>4</a:t>
            </a:fld>
            <a:endParaRPr lang="en-US" sz="700"/>
          </a:p>
        </p:txBody>
      </p:sp>
      <p:sp>
        <p:nvSpPr>
          <p:cNvPr id="9" name="Content Placeholder 8">
            <a:extLst>
              <a:ext uri="{FF2B5EF4-FFF2-40B4-BE49-F238E27FC236}">
                <a16:creationId xmlns:a16="http://schemas.microsoft.com/office/drawing/2014/main" id="{3637E5E6-2011-9841-9BA7-F75349C2B2A1}"/>
              </a:ext>
            </a:extLst>
          </p:cNvPr>
          <p:cNvSpPr>
            <a:spLocks noGrp="1"/>
          </p:cNvSpPr>
          <p:nvPr>
            <p:ph idx="1"/>
          </p:nvPr>
        </p:nvSpPr>
        <p:spPr>
          <a:xfrm>
            <a:off x="146050" y="746760"/>
            <a:ext cx="4425950" cy="4396740"/>
          </a:xfrm>
        </p:spPr>
        <p:txBody>
          <a:bodyPr>
            <a:normAutofit/>
          </a:bodyPr>
          <a:lstStyle/>
          <a:p>
            <a:pPr marL="0" indent="0">
              <a:buNone/>
            </a:pPr>
            <a:r>
              <a:rPr lang="en-GB" sz="2000" b="1" dirty="0"/>
              <a:t>DDR</a:t>
            </a:r>
          </a:p>
          <a:p>
            <a:r>
              <a:rPr lang="en-GB" sz="2000" dirty="0"/>
              <a:t>Can transfer twice in a single clock cycle. Twice as much then a SDR.</a:t>
            </a:r>
          </a:p>
          <a:p>
            <a:pPr marL="0" indent="0">
              <a:buNone/>
            </a:pPr>
            <a:r>
              <a:rPr lang="en-GB" sz="2000" b="1" dirty="0"/>
              <a:t>DDR3</a:t>
            </a:r>
          </a:p>
          <a:p>
            <a:r>
              <a:rPr lang="en-GB" sz="2000" dirty="0"/>
              <a:t>Twice the data rate of DDR2.</a:t>
            </a:r>
          </a:p>
          <a:p>
            <a:r>
              <a:rPr lang="en-GB" sz="2000" dirty="0"/>
              <a:t>Larger chip capacities – maximum 16 GB per DIMM.</a:t>
            </a:r>
          </a:p>
          <a:p>
            <a:r>
              <a:rPr lang="en-GB" sz="2000" dirty="0"/>
              <a:t>No backwards compatibility.</a:t>
            </a:r>
          </a:p>
        </p:txBody>
      </p:sp>
      <p:sp>
        <p:nvSpPr>
          <p:cNvPr id="14" name="Content Placeholder 8">
            <a:extLst>
              <a:ext uri="{FF2B5EF4-FFF2-40B4-BE49-F238E27FC236}">
                <a16:creationId xmlns:a16="http://schemas.microsoft.com/office/drawing/2014/main" id="{1EA9BB0F-668F-6D9E-A196-E791F15A165B}"/>
              </a:ext>
            </a:extLst>
          </p:cNvPr>
          <p:cNvSpPr txBox="1">
            <a:spLocks/>
          </p:cNvSpPr>
          <p:nvPr/>
        </p:nvSpPr>
        <p:spPr>
          <a:xfrm>
            <a:off x="4572000" y="769620"/>
            <a:ext cx="4572000" cy="4396740"/>
          </a:xfrm>
          <a:prstGeom prst="rect">
            <a:avLst/>
          </a:prstGeom>
        </p:spPr>
        <p:txBody>
          <a:bodyPr vert="horz" lIns="91440" tIns="45720" rIns="91440" bIns="45720" rtlCol="0">
            <a:normAutofit/>
          </a:bodyPr>
          <a:lst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Font typeface="Arial" panose="020B0604020202020204" pitchFamily="34" charset="0"/>
              <a:buNone/>
            </a:pPr>
            <a:r>
              <a:rPr lang="en-GB" sz="2000" b="1" dirty="0"/>
              <a:t>DDR4</a:t>
            </a:r>
          </a:p>
          <a:p>
            <a:r>
              <a:rPr lang="en-GB" sz="2000" dirty="0"/>
              <a:t>Speed increased over DDR3.</a:t>
            </a:r>
          </a:p>
          <a:p>
            <a:r>
              <a:rPr lang="en-GB" sz="2000" dirty="0"/>
              <a:t>Maximum 64 GB Per DIMM</a:t>
            </a:r>
          </a:p>
          <a:p>
            <a:r>
              <a:rPr lang="en-GB" sz="2000" dirty="0"/>
              <a:t>No backwards compatibility.</a:t>
            </a:r>
          </a:p>
          <a:p>
            <a:pPr marL="0" indent="0">
              <a:buFont typeface="Arial" panose="020B0604020202020204" pitchFamily="34" charset="0"/>
              <a:buNone/>
            </a:pPr>
            <a:r>
              <a:rPr lang="en-GB" sz="2000" b="1" dirty="0"/>
              <a:t>DDR5</a:t>
            </a:r>
            <a:r>
              <a:rPr lang="en-GB" sz="2000" dirty="0"/>
              <a:t> </a:t>
            </a:r>
          </a:p>
          <a:p>
            <a:r>
              <a:rPr lang="en-GB" sz="2000" dirty="0"/>
              <a:t>Faster data transfers between the memory module and motherboard</a:t>
            </a:r>
          </a:p>
          <a:p>
            <a:r>
              <a:rPr lang="en-GB" sz="2000" dirty="0"/>
              <a:t>Maximum of 64 GB per DIMM</a:t>
            </a:r>
          </a:p>
          <a:p>
            <a:endParaRPr lang="en-GB" sz="2000" dirty="0"/>
          </a:p>
        </p:txBody>
      </p:sp>
    </p:spTree>
    <p:extLst>
      <p:ext uri="{BB962C8B-B14F-4D97-AF65-F5344CB8AC3E}">
        <p14:creationId xmlns:p14="http://schemas.microsoft.com/office/powerpoint/2010/main" val="2809482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75647-F43E-459F-995F-D80D733E8FF3}"/>
              </a:ext>
            </a:extLst>
          </p:cNvPr>
          <p:cNvSpPr>
            <a:spLocks noGrp="1"/>
          </p:cNvSpPr>
          <p:nvPr>
            <p:ph type="title"/>
          </p:nvPr>
        </p:nvSpPr>
        <p:spPr>
          <a:xfrm>
            <a:off x="0" y="0"/>
            <a:ext cx="9143999" cy="603250"/>
          </a:xfrm>
        </p:spPr>
        <p:txBody>
          <a:bodyPr/>
          <a:lstStyle/>
          <a:p>
            <a:r>
              <a:rPr lang="en-GB" dirty="0"/>
              <a:t>ECC RAM</a:t>
            </a:r>
          </a:p>
        </p:txBody>
      </p:sp>
      <p:sp>
        <p:nvSpPr>
          <p:cNvPr id="6" name="Content Placeholder 5">
            <a:extLst>
              <a:ext uri="{FF2B5EF4-FFF2-40B4-BE49-F238E27FC236}">
                <a16:creationId xmlns:a16="http://schemas.microsoft.com/office/drawing/2014/main" id="{3FC64232-4B1F-4224-A371-E96A71F56E1C}"/>
              </a:ext>
            </a:extLst>
          </p:cNvPr>
          <p:cNvSpPr>
            <a:spLocks noGrp="1"/>
          </p:cNvSpPr>
          <p:nvPr>
            <p:ph idx="1"/>
          </p:nvPr>
        </p:nvSpPr>
        <p:spPr>
          <a:xfrm>
            <a:off x="146050" y="746760"/>
            <a:ext cx="8870950" cy="4046220"/>
          </a:xfrm>
        </p:spPr>
        <p:txBody>
          <a:bodyPr/>
          <a:lstStyle/>
          <a:p>
            <a:r>
              <a:rPr lang="en-US"/>
              <a:t>Error correcting code (ECC)</a:t>
            </a:r>
          </a:p>
          <a:p>
            <a:pPr lvl="1"/>
            <a:r>
              <a:rPr lang="en-US"/>
              <a:t>Adds 8-bit checksum to each transfer</a:t>
            </a:r>
          </a:p>
          <a:p>
            <a:pPr lvl="1"/>
            <a:r>
              <a:rPr lang="en-US"/>
              <a:t>Can correct 1-bit errors</a:t>
            </a:r>
          </a:p>
          <a:p>
            <a:pPr lvl="1"/>
            <a:r>
              <a:rPr lang="en-US"/>
              <a:t>Can detect 2/3/4-bit errors</a:t>
            </a:r>
          </a:p>
          <a:p>
            <a:r>
              <a:rPr lang="en-US"/>
              <a:t>Registered DIMM (RDIMM) versus UDIMM (UDIMM)</a:t>
            </a:r>
          </a:p>
          <a:p>
            <a:r>
              <a:rPr lang="en-US"/>
              <a:t>Compatibility issues</a:t>
            </a:r>
            <a:endParaRPr lang="en-GB"/>
          </a:p>
        </p:txBody>
      </p:sp>
      <p:sp>
        <p:nvSpPr>
          <p:cNvPr id="4" name="Slide Number Placeholder 3">
            <a:extLst>
              <a:ext uri="{FF2B5EF4-FFF2-40B4-BE49-F238E27FC236}">
                <a16:creationId xmlns:a16="http://schemas.microsoft.com/office/drawing/2014/main" id="{7A503E96-11D8-495E-9604-0D46A1583BF5}"/>
              </a:ext>
            </a:extLst>
          </p:cNvPr>
          <p:cNvSpPr>
            <a:spLocks noGrp="1"/>
          </p:cNvSpPr>
          <p:nvPr>
            <p:ph type="sldNum" sz="quarter" idx="10"/>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171310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6D29B7-F832-4168-8A23-1DFB7564AADA}"/>
              </a:ext>
            </a:extLst>
          </p:cNvPr>
          <p:cNvSpPr>
            <a:spLocks noGrp="1"/>
          </p:cNvSpPr>
          <p:nvPr>
            <p:ph type="title"/>
          </p:nvPr>
        </p:nvSpPr>
        <p:spPr>
          <a:xfrm>
            <a:off x="3032760" y="0"/>
            <a:ext cx="6111239" cy="603250"/>
          </a:xfrm>
        </p:spPr>
        <p:txBody>
          <a:bodyPr/>
          <a:lstStyle/>
          <a:p>
            <a:r>
              <a:rPr lang="en-GB" dirty="0"/>
              <a:t>System Memory</a:t>
            </a:r>
          </a:p>
        </p:txBody>
      </p:sp>
      <p:sp>
        <p:nvSpPr>
          <p:cNvPr id="10" name="Content Placeholder 9">
            <a:extLst>
              <a:ext uri="{FF2B5EF4-FFF2-40B4-BE49-F238E27FC236}">
                <a16:creationId xmlns:a16="http://schemas.microsoft.com/office/drawing/2014/main" id="{BCE3B855-B8F2-49D8-B8C5-6FA50080196C}"/>
              </a:ext>
            </a:extLst>
          </p:cNvPr>
          <p:cNvSpPr>
            <a:spLocks noGrp="1"/>
          </p:cNvSpPr>
          <p:nvPr>
            <p:ph sz="quarter" idx="11"/>
          </p:nvPr>
        </p:nvSpPr>
        <p:spPr/>
        <p:txBody>
          <a:bodyPr/>
          <a:lstStyle/>
          <a:p>
            <a:r>
              <a:rPr lang="en-US" dirty="0"/>
              <a:t>System RAM and Virtual Memory</a:t>
            </a:r>
          </a:p>
          <a:p>
            <a:r>
              <a:rPr lang="en-US" dirty="0"/>
              <a:t>Memory Modules</a:t>
            </a:r>
          </a:p>
          <a:p>
            <a:r>
              <a:rPr lang="en-US" dirty="0"/>
              <a:t>Multi-channel System Memory</a:t>
            </a:r>
          </a:p>
          <a:p>
            <a:r>
              <a:rPr lang="en-US" dirty="0"/>
              <a:t>ECC RAM</a:t>
            </a:r>
          </a:p>
          <a:p>
            <a:r>
              <a:rPr lang="en-US" dirty="0"/>
              <a:t>System Memory</a:t>
            </a:r>
          </a:p>
          <a:p>
            <a:endParaRPr lang="en-GB" dirty="0"/>
          </a:p>
        </p:txBody>
      </p:sp>
      <p:sp>
        <p:nvSpPr>
          <p:cNvPr id="2" name="Slide Number Placeholder 1">
            <a:extLst>
              <a:ext uri="{FF2B5EF4-FFF2-40B4-BE49-F238E27FC236}">
                <a16:creationId xmlns:a16="http://schemas.microsoft.com/office/drawing/2014/main" id="{6F80C3A0-6F43-40D1-BA5D-64E5DAECF3BE}"/>
              </a:ext>
            </a:extLst>
          </p:cNvPr>
          <p:cNvSpPr>
            <a:spLocks noGrp="1"/>
          </p:cNvSpPr>
          <p:nvPr>
            <p:ph type="sldNum" sz="quarter" idx="12"/>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2554217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87F66A-7096-4C5D-9694-955E3F046472}"/>
              </a:ext>
            </a:extLst>
          </p:cNvPr>
          <p:cNvSpPr>
            <a:spLocks noGrp="1"/>
          </p:cNvSpPr>
          <p:nvPr>
            <p:ph type="sldNum" sz="quarter" idx="13"/>
          </p:nvPr>
        </p:nvSpPr>
        <p:spPr/>
        <p:txBody>
          <a:bodyPr/>
          <a:lstStyle/>
          <a:p>
            <a:fld id="{B7CF8A19-3A9E-4ABC-B336-2FDDE321C72D}" type="slidenum">
              <a:rPr lang="en-US" smtClean="0"/>
              <a:pPr/>
              <a:t>7</a:t>
            </a:fld>
            <a:endParaRPr lang="en-US"/>
          </a:p>
        </p:txBody>
      </p:sp>
      <p:sp>
        <p:nvSpPr>
          <p:cNvPr id="3" name="Content Placeholder 2">
            <a:extLst>
              <a:ext uri="{FF2B5EF4-FFF2-40B4-BE49-F238E27FC236}">
                <a16:creationId xmlns:a16="http://schemas.microsoft.com/office/drawing/2014/main" id="{E940327D-0E69-4CA6-8573-774722A99B3F}"/>
              </a:ext>
            </a:extLst>
          </p:cNvPr>
          <p:cNvSpPr>
            <a:spLocks noGrp="1"/>
          </p:cNvSpPr>
          <p:nvPr>
            <p:ph sz="quarter" idx="14"/>
          </p:nvPr>
        </p:nvSpPr>
        <p:spPr/>
        <p:txBody>
          <a:bodyPr/>
          <a:lstStyle/>
          <a:p>
            <a:r>
              <a:rPr lang="en-US" dirty="0"/>
              <a:t>Virtual Workbench Lab: Install RAM</a:t>
            </a:r>
          </a:p>
          <a:p>
            <a:endParaRPr lang="en-US" dirty="0"/>
          </a:p>
        </p:txBody>
      </p:sp>
      <p:sp>
        <p:nvSpPr>
          <p:cNvPr id="5" name="Title 4">
            <a:extLst>
              <a:ext uri="{FF2B5EF4-FFF2-40B4-BE49-F238E27FC236}">
                <a16:creationId xmlns:a16="http://schemas.microsoft.com/office/drawing/2014/main" id="{3A22EB05-0899-4F37-9BF3-345C490EFFA9}"/>
              </a:ext>
            </a:extLst>
          </p:cNvPr>
          <p:cNvSpPr>
            <a:spLocks noGrp="1"/>
          </p:cNvSpPr>
          <p:nvPr>
            <p:ph type="title" idx="4294967295"/>
          </p:nvPr>
        </p:nvSpPr>
        <p:spPr>
          <a:xfrm>
            <a:off x="0" y="-603250"/>
            <a:ext cx="9143999" cy="603250"/>
          </a:xfrm>
        </p:spPr>
        <p:txBody>
          <a:bodyPr vert="horz" lIns="91440" tIns="45720" rIns="91440" bIns="45720" rtlCol="0" anchor="b">
            <a:noAutofit/>
          </a:bodyPr>
          <a:lstStyle/>
          <a:p>
            <a:pPr marL="71755"/>
            <a:r>
              <a:rPr lang="en-US"/>
              <a:t>Lab Activity</a:t>
            </a:r>
          </a:p>
        </p:txBody>
      </p:sp>
    </p:spTree>
    <p:extLst>
      <p:ext uri="{BB962C8B-B14F-4D97-AF65-F5344CB8AC3E}">
        <p14:creationId xmlns:p14="http://schemas.microsoft.com/office/powerpoint/2010/main" val="2022131138"/>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D2593632-9DC7-410F-8B80-0A3C86780299}" vid="{4B27921E-0E5A-45BC-AA9B-9A536FA2B969}"/>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f5111eb-3000-413c-a264-ede10dd7f625" xsi:nil="true"/>
    <lcf76f155ced4ddcb4097134ff3c332f xmlns="b9ddc68e-543a-4401-880e-f99d082d334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1CB63703FCF645AB9352307318A1B1" ma:contentTypeVersion="17" ma:contentTypeDescription="Create a new document." ma:contentTypeScope="" ma:versionID="b45c5cdae36f358bdb0d10ac5c911565">
  <xsd:schema xmlns:xsd="http://www.w3.org/2001/XMLSchema" xmlns:xs="http://www.w3.org/2001/XMLSchema" xmlns:p="http://schemas.microsoft.com/office/2006/metadata/properties" xmlns:ns2="b9ddc68e-543a-4401-880e-f99d082d3346" xmlns:ns3="0f5111eb-3000-413c-a264-ede10dd7f625" targetNamespace="http://schemas.microsoft.com/office/2006/metadata/properties" ma:root="true" ma:fieldsID="098020b00cc7b3aceb21c9cd07b28ea1" ns2:_="" ns3:_="">
    <xsd:import namespace="b9ddc68e-543a-4401-880e-f99d082d3346"/>
    <xsd:import namespace="0f5111eb-3000-413c-a264-ede10dd7f62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ddc68e-543a-4401-880e-f99d082d33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hidden="true"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CR" ma:index="13" nillable="true" ma:displayName="Extracted Text" ma:hidden="true" ma:internalName="MediaServiceOCR"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hidden="true" ma:internalName="MediaServiceKeyPoints" ma:readOnly="true">
      <xsd:simpleType>
        <xsd:restriction base="dms:Note"/>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33107afe-cb13-45d0-a368-909a38ecfe4a"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f5111eb-3000-413c-a264-ede10dd7f625" elementFormDefault="qualified">
    <xsd:import namespace="http://schemas.microsoft.com/office/2006/documentManagement/types"/>
    <xsd:import namespace="http://schemas.microsoft.com/office/infopath/2007/PartnerControls"/>
    <xsd:element name="SharedWithUsers" ma:index="16"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hidden="true" ma:internalName="SharedWithDetails" ma:readOnly="true">
      <xsd:simpleType>
        <xsd:restriction base="dms:Note"/>
      </xsd:simpleType>
    </xsd:element>
    <xsd:element name="TaxCatchAll" ma:index="22" nillable="true" ma:displayName="Taxonomy Catch All Column" ma:hidden="true" ma:list="{90d6b898-28d4-49db-8455-42357110c26e}" ma:internalName="TaxCatchAll" ma:showField="CatchAllData" ma:web="0f5111eb-3000-413c-a264-ede10dd7f6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804A4A-BEBA-46F7-8D91-096B77966F98}">
  <ds:schemaRefs>
    <ds:schemaRef ds:uri="315eb565-7267-4a95-9087-2f433ded3c8b"/>
    <ds:schemaRef ds:uri="95a46270-66ec-4bdf-aabc-d78887d5141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0f5111eb-3000-413c-a264-ede10dd7f625"/>
    <ds:schemaRef ds:uri="b9ddc68e-543a-4401-880e-f99d082d3346"/>
  </ds:schemaRefs>
</ds:datastoreItem>
</file>

<file path=customXml/itemProps2.xml><?xml version="1.0" encoding="utf-8"?>
<ds:datastoreItem xmlns:ds="http://schemas.openxmlformats.org/officeDocument/2006/customXml" ds:itemID="{B82B9C2E-4FD0-4E32-AC03-0DDBF2799B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9ddc68e-543a-4401-880e-f99d082d3346"/>
    <ds:schemaRef ds:uri="0f5111eb-3000-413c-a264-ede10dd7f6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A2CFB8D-1019-43EC-BFD1-51DA400163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comptia_ova</Template>
  <TotalTime>16</TotalTime>
  <Words>351</Words>
  <Application>Microsoft Office PowerPoint</Application>
  <PresentationFormat>On-screen Show (16:9)</PresentationFormat>
  <Paragraphs>59</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Open Sans</vt:lpstr>
      <vt:lpstr>comptia_ov</vt:lpstr>
      <vt:lpstr>Install and Configure System Memory</vt:lpstr>
      <vt:lpstr>System RAM and Virtual Memory (Slide 1 of 2)</vt:lpstr>
      <vt:lpstr>System RAM and Virtual Memory (Slide 2 of 2)</vt:lpstr>
      <vt:lpstr>PowerPoint Presentation</vt:lpstr>
      <vt:lpstr>ECC RAM</vt:lpstr>
      <vt:lpstr>System Memory</vt:lpstr>
      <vt:lpstr>Lab Activity</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Installing System Devices</dc:title>
  <dc:subject>Slide deck to accompany a CompTIA OCC study guide</dc:subject>
  <dc:creator>James Pengelly</dc:creator>
  <cp:keywords>220-1101; CompTIA A+; A+; Core 1</cp:keywords>
  <dc:description>Copyright © 2022 CompTIA, Inc. All Rights Reserved.  |  CompTIA.org</dc:description>
  <cp:lastModifiedBy>Richard Hunt</cp:lastModifiedBy>
  <cp:revision>28</cp:revision>
  <dcterms:created xsi:type="dcterms:W3CDTF">2021-09-16T09:50:03Z</dcterms:created>
  <dcterms:modified xsi:type="dcterms:W3CDTF">2023-07-05T05:31:48Z</dcterms:modified>
  <cp:category>CompTIA A+ Core 1 (Exam 220-1101)</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0x010100251CB63703FCF645AB9352307318A1B1</vt:lpwstr>
  </property>
  <property fmtid="{D5CDD505-2E9C-101B-9397-08002B2CF9AE}" pid="3" name="MediaServiceImageTags">
    <vt:lpwstr/>
  </property>
</Properties>
</file>