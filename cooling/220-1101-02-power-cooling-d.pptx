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7"/>
  </p:notesMasterIdLst>
  <p:handoutMasterIdLst>
    <p:handoutMasterId r:id="rId8"/>
  </p:handoutMasterIdLst>
  <p:sldIdLst>
    <p:sldId id="263" r:id="rId5"/>
    <p:sldId id="292" r:id="rId6"/>
  </p:sldIdLst>
  <p:sldSz cx="9144000" cy="5143500" type="screen16x9"/>
  <p:notesSz cx="6858000" cy="9144000"/>
  <p:embeddedFontLst>
    <p:embeddedFont>
      <p:font typeface="Calibri" panose="020F0502020204030204" pitchFamily="34" charset="0"/>
      <p:regular r:id="rId9"/>
      <p:bold r:id="rId10"/>
      <p:italic r:id="rId11"/>
      <p:boldItalic r:id="rId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C2DE40-C083-7FA0-259D-E76A539CB0B1}" name="Elaine Gustafson" initials="EG" userId="S::egustafson@comptia.org::8e9fbddc-088d-4145-9000-dcad1c3d14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6" autoAdjust="0"/>
    <p:restoredTop sz="84724" autoAdjust="0"/>
  </p:normalViewPr>
  <p:slideViewPr>
    <p:cSldViewPr snapToGrid="0">
      <p:cViewPr varScale="1">
        <p:scale>
          <a:sx n="131" d="100"/>
          <a:sy n="131" d="100"/>
        </p:scale>
        <p:origin x="1050" y="102"/>
      </p:cViewPr>
      <p:guideLst>
        <p:guide orient="horz" pos="1620"/>
        <p:guide pos="2880"/>
      </p:guideLst>
    </p:cSldViewPr>
  </p:slideViewPr>
  <p:outlineViewPr>
    <p:cViewPr>
      <p:scale>
        <a:sx n="33" d="100"/>
        <a:sy n="33" d="100"/>
      </p:scale>
      <p:origin x="0" y="-498"/>
    </p:cViewPr>
    <p:sldLst>
      <p:sld r:id="rId1" collapse="1"/>
    </p:sldLst>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font" Target="fonts/font2.fntdata"/><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font" Target="fonts/font1.fntdata"/><Relationship Id="rId14"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Hunt" userId="a9b14997-caef-4159-8c34-0f67c79d0d7a" providerId="ADAL" clId="{AE1C83FC-3C35-488B-BB8C-319583DBB43E}"/>
    <pc:docChg chg="delSld">
      <pc:chgData name="Richard Hunt" userId="a9b14997-caef-4159-8c34-0f67c79d0d7a" providerId="ADAL" clId="{AE1C83FC-3C35-488B-BB8C-319583DBB43E}" dt="2023-07-04T07:43:11.316" v="0" actId="47"/>
      <pc:docMkLst>
        <pc:docMk/>
      </pc:docMkLst>
      <pc:sldChg chg="del">
        <pc:chgData name="Richard Hunt" userId="a9b14997-caef-4159-8c34-0f67c79d0d7a" providerId="ADAL" clId="{AE1C83FC-3C35-488B-BB8C-319583DBB43E}" dt="2023-07-04T07:43:11.316" v="0" actId="47"/>
        <pc:sldMkLst>
          <pc:docMk/>
          <pc:sldMk cId="1777302574" sldId="258"/>
        </pc:sldMkLst>
      </pc:sldChg>
      <pc:sldChg chg="del">
        <pc:chgData name="Richard Hunt" userId="a9b14997-caef-4159-8c34-0f67c79d0d7a" providerId="ADAL" clId="{AE1C83FC-3C35-488B-BB8C-319583DBB43E}" dt="2023-07-04T07:43:11.316" v="0" actId="47"/>
        <pc:sldMkLst>
          <pc:docMk/>
          <pc:sldMk cId="2525177112" sldId="267"/>
        </pc:sldMkLst>
      </pc:sldChg>
      <pc:sldChg chg="del">
        <pc:chgData name="Richard Hunt" userId="a9b14997-caef-4159-8c34-0f67c79d0d7a" providerId="ADAL" clId="{AE1C83FC-3C35-488B-BB8C-319583DBB43E}" dt="2023-07-04T07:43:11.316" v="0" actId="47"/>
        <pc:sldMkLst>
          <pc:docMk/>
          <pc:sldMk cId="2913461139" sldId="268"/>
        </pc:sldMkLst>
      </pc:sldChg>
      <pc:sldChg chg="del">
        <pc:chgData name="Richard Hunt" userId="a9b14997-caef-4159-8c34-0f67c79d0d7a" providerId="ADAL" clId="{AE1C83FC-3C35-488B-BB8C-319583DBB43E}" dt="2023-07-04T07:43:11.316" v="0" actId="47"/>
        <pc:sldMkLst>
          <pc:docMk/>
          <pc:sldMk cId="2613083861" sldId="269"/>
        </pc:sldMkLst>
      </pc:sldChg>
      <pc:sldChg chg="del">
        <pc:chgData name="Richard Hunt" userId="a9b14997-caef-4159-8c34-0f67c79d0d7a" providerId="ADAL" clId="{AE1C83FC-3C35-488B-BB8C-319583DBB43E}" dt="2023-07-04T07:43:11.316" v="0" actId="47"/>
        <pc:sldMkLst>
          <pc:docMk/>
          <pc:sldMk cId="3130537023" sldId="270"/>
        </pc:sldMkLst>
      </pc:sldChg>
      <pc:sldChg chg="del">
        <pc:chgData name="Richard Hunt" userId="a9b14997-caef-4159-8c34-0f67c79d0d7a" providerId="ADAL" clId="{AE1C83FC-3C35-488B-BB8C-319583DBB43E}" dt="2023-07-04T07:43:11.316" v="0" actId="47"/>
        <pc:sldMkLst>
          <pc:docMk/>
          <pc:sldMk cId="4088344930" sldId="284"/>
        </pc:sldMkLst>
      </pc:sldChg>
      <pc:sldChg chg="del">
        <pc:chgData name="Richard Hunt" userId="a9b14997-caef-4159-8c34-0f67c79d0d7a" providerId="ADAL" clId="{AE1C83FC-3C35-488B-BB8C-319583DBB43E}" dt="2023-07-04T07:43:11.316" v="0" actId="47"/>
        <pc:sldMkLst>
          <pc:docMk/>
          <pc:sldMk cId="2298370130" sldId="297"/>
        </pc:sldMkLst>
      </pc:sldChg>
      <pc:sldChg chg="del">
        <pc:chgData name="Richard Hunt" userId="a9b14997-caef-4159-8c34-0f67c79d0d7a" providerId="ADAL" clId="{AE1C83FC-3C35-488B-BB8C-319583DBB43E}" dt="2023-07-04T07:43:11.316" v="0" actId="47"/>
        <pc:sldMkLst>
          <pc:docMk/>
          <pc:sldMk cId="4167090234" sldId="298"/>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Take some time at the end of each topic to answer questions. You can use the review questions for discussion in class or set them for students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260734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err="1"/>
              <a:t>ActivityTitle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Title </a:t>
            </a:r>
            <a:r>
              <a:rPr lang="en-US" err="1"/>
              <a:t>Title</a:t>
            </a:r>
            <a:endParaRPr lang="en-US"/>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a:t>Lesson #</a:t>
            </a:r>
            <a:endParaRPr lang="en-GB"/>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a:latin typeface="Calibri" panose="020F0502020204030204" pitchFamily="34" charset="0"/>
                <a:cs typeface="Calibri" panose="020F0502020204030204" pitchFamily="34" charset="0"/>
              </a:rPr>
              <a:t>Summary</a:t>
            </a:r>
            <a:endParaRPr lang="en-GB">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9F7EE2-3E72-43BF-86BC-FB176BEBCA4B}"/>
              </a:ext>
            </a:extLst>
          </p:cNvPr>
          <p:cNvSpPr>
            <a:spLocks noGrp="1"/>
          </p:cNvSpPr>
          <p:nvPr>
            <p:ph type="title"/>
          </p:nvPr>
        </p:nvSpPr>
        <p:spPr>
          <a:xfrm>
            <a:off x="3032760" y="0"/>
            <a:ext cx="6111239" cy="603250"/>
          </a:xfrm>
        </p:spPr>
        <p:txBody>
          <a:bodyPr/>
          <a:lstStyle/>
          <a:p>
            <a:r>
              <a:rPr lang="en-GB" dirty="0"/>
              <a:t>Power Supplies and Cooling</a:t>
            </a:r>
          </a:p>
        </p:txBody>
      </p:sp>
      <p:sp>
        <p:nvSpPr>
          <p:cNvPr id="13" name="Content Placeholder 12">
            <a:extLst>
              <a:ext uri="{FF2B5EF4-FFF2-40B4-BE49-F238E27FC236}">
                <a16:creationId xmlns:a16="http://schemas.microsoft.com/office/drawing/2014/main" id="{440BD178-11A0-4B7F-8A4A-42FA040611A1}"/>
              </a:ext>
            </a:extLst>
          </p:cNvPr>
          <p:cNvSpPr>
            <a:spLocks noGrp="1"/>
          </p:cNvSpPr>
          <p:nvPr>
            <p:ph sz="quarter" idx="11"/>
          </p:nvPr>
        </p:nvSpPr>
        <p:spPr/>
        <p:txBody>
          <a:bodyPr/>
          <a:lstStyle/>
          <a:p>
            <a:r>
              <a:rPr lang="en-US" dirty="0"/>
              <a:t>Power Supply Units</a:t>
            </a:r>
          </a:p>
          <a:p>
            <a:r>
              <a:rPr lang="en-US" dirty="0"/>
              <a:t>Wattage Rating</a:t>
            </a:r>
          </a:p>
          <a:p>
            <a:r>
              <a:rPr lang="en-US" dirty="0"/>
              <a:t>Power Supply Connectors</a:t>
            </a:r>
          </a:p>
          <a:p>
            <a:r>
              <a:rPr lang="en-US" dirty="0"/>
              <a:t>Fan Cooling Systems</a:t>
            </a:r>
          </a:p>
          <a:p>
            <a:r>
              <a:rPr lang="en-US" dirty="0"/>
              <a:t>Liquid Cooling Systems</a:t>
            </a:r>
          </a:p>
          <a:p>
            <a:r>
              <a:rPr lang="en-US" dirty="0"/>
              <a:t>Power Supplies and Cooling</a:t>
            </a:r>
          </a:p>
          <a:p>
            <a:endParaRPr lang="en-GB" dirty="0"/>
          </a:p>
        </p:txBody>
      </p:sp>
      <p:sp>
        <p:nvSpPr>
          <p:cNvPr id="2" name="Slide Number Placeholder 1">
            <a:extLst>
              <a:ext uri="{FF2B5EF4-FFF2-40B4-BE49-F238E27FC236}">
                <a16:creationId xmlns:a16="http://schemas.microsoft.com/office/drawing/2014/main" id="{C499321D-F9F6-4A27-B6EF-A96BA43D01F6}"/>
              </a:ext>
            </a:extLst>
          </p:cNvPr>
          <p:cNvSpPr>
            <a:spLocks noGrp="1"/>
          </p:cNvSpPr>
          <p:nvPr>
            <p:ph type="sldNum" sz="quarter" idx="12"/>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1142794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8DD341-1810-4365-AED6-E9FFB58E61AB}"/>
              </a:ext>
            </a:extLst>
          </p:cNvPr>
          <p:cNvSpPr>
            <a:spLocks noGrp="1"/>
          </p:cNvSpPr>
          <p:nvPr>
            <p:ph type="sldNum" sz="quarter" idx="13"/>
          </p:nvPr>
        </p:nvSpPr>
        <p:spPr/>
        <p:txBody>
          <a:bodyPr/>
          <a:lstStyle/>
          <a:p>
            <a:fld id="{B7CF8A19-3A9E-4ABC-B336-2FDDE321C72D}" type="slidenum">
              <a:rPr lang="en-US" smtClean="0"/>
              <a:pPr/>
              <a:t>2</a:t>
            </a:fld>
            <a:endParaRPr lang="en-US"/>
          </a:p>
        </p:txBody>
      </p:sp>
      <p:sp>
        <p:nvSpPr>
          <p:cNvPr id="3" name="Content Placeholder 2">
            <a:extLst>
              <a:ext uri="{FF2B5EF4-FFF2-40B4-BE49-F238E27FC236}">
                <a16:creationId xmlns:a16="http://schemas.microsoft.com/office/drawing/2014/main" id="{362F0FCF-95B7-4983-86E3-3EAA41D7F172}"/>
              </a:ext>
            </a:extLst>
          </p:cNvPr>
          <p:cNvSpPr>
            <a:spLocks noGrp="1"/>
          </p:cNvSpPr>
          <p:nvPr>
            <p:ph sz="quarter" idx="14"/>
          </p:nvPr>
        </p:nvSpPr>
        <p:spPr/>
        <p:txBody>
          <a:bodyPr/>
          <a:lstStyle/>
          <a:p>
            <a:r>
              <a:rPr lang="en-US" dirty="0"/>
              <a:t>Virtual Workbench Lab: Install Power Supplies and Cooling</a:t>
            </a:r>
          </a:p>
          <a:p>
            <a:endParaRPr lang="en-US" dirty="0"/>
          </a:p>
        </p:txBody>
      </p:sp>
      <p:sp>
        <p:nvSpPr>
          <p:cNvPr id="4" name="Title 3">
            <a:extLst>
              <a:ext uri="{FF2B5EF4-FFF2-40B4-BE49-F238E27FC236}">
                <a16:creationId xmlns:a16="http://schemas.microsoft.com/office/drawing/2014/main" id="{6EF77D8A-72F1-4263-B566-9FCCBBA8C3A8}"/>
              </a:ext>
            </a:extLst>
          </p:cNvPr>
          <p:cNvSpPr>
            <a:spLocks noGrp="1"/>
          </p:cNvSpPr>
          <p:nvPr>
            <p:ph type="title" idx="4294967295"/>
          </p:nvPr>
        </p:nvSpPr>
        <p:spPr>
          <a:xfrm>
            <a:off x="0" y="-603250"/>
            <a:ext cx="9143999" cy="603250"/>
          </a:xfrm>
        </p:spPr>
        <p:txBody>
          <a:bodyPr vert="horz" lIns="91440" tIns="45720" rIns="91440" bIns="45720" rtlCol="0" anchor="b">
            <a:noAutofit/>
          </a:bodyPr>
          <a:lstStyle/>
          <a:p>
            <a:pPr marL="71755"/>
            <a:r>
              <a:rPr lang="en-US">
                <a:latin typeface="Calibri"/>
                <a:cs typeface="Calibri"/>
              </a:rPr>
              <a:t>Lab Activity</a:t>
            </a:r>
            <a:endParaRPr lang="en-US"/>
          </a:p>
        </p:txBody>
      </p:sp>
    </p:spTree>
    <p:extLst>
      <p:ext uri="{BB962C8B-B14F-4D97-AF65-F5344CB8AC3E}">
        <p14:creationId xmlns:p14="http://schemas.microsoft.com/office/powerpoint/2010/main" val="1639003183"/>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D2593632-9DC7-410F-8B80-0A3C86780299}" vid="{4B27921E-0E5A-45BC-AA9B-9A536FA2B969}"/>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f5111eb-3000-413c-a264-ede10dd7f625" xsi:nil="true"/>
    <lcf76f155ced4ddcb4097134ff3c332f xmlns="b9ddc68e-543a-4401-880e-f99d082d334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1CB63703FCF645AB9352307318A1B1" ma:contentTypeVersion="17" ma:contentTypeDescription="Create a new document." ma:contentTypeScope="" ma:versionID="b45c5cdae36f358bdb0d10ac5c911565">
  <xsd:schema xmlns:xsd="http://www.w3.org/2001/XMLSchema" xmlns:xs="http://www.w3.org/2001/XMLSchema" xmlns:p="http://schemas.microsoft.com/office/2006/metadata/properties" xmlns:ns2="b9ddc68e-543a-4401-880e-f99d082d3346" xmlns:ns3="0f5111eb-3000-413c-a264-ede10dd7f625" targetNamespace="http://schemas.microsoft.com/office/2006/metadata/properties" ma:root="true" ma:fieldsID="098020b00cc7b3aceb21c9cd07b28ea1" ns2:_="" ns3:_="">
    <xsd:import namespace="b9ddc68e-543a-4401-880e-f99d082d3346"/>
    <xsd:import namespace="0f5111eb-3000-413c-a264-ede10dd7f62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ddc68e-543a-4401-880e-f99d082d33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hidden="true"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hidden="true" ma:internalName="MediaServiceKeyPoints"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3107afe-cb13-45d0-a368-909a38ecfe4a"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f5111eb-3000-413c-a264-ede10dd7f625" elementFormDefault="qualified">
    <xsd:import namespace="http://schemas.microsoft.com/office/2006/documentManagement/types"/>
    <xsd:import namespace="http://schemas.microsoft.com/office/infopath/2007/PartnerControls"/>
    <xsd:element name="SharedWithUsers" ma:index="16"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90d6b898-28d4-49db-8455-42357110c26e}" ma:internalName="TaxCatchAll" ma:showField="CatchAllData" ma:web="0f5111eb-3000-413c-a264-ede10dd7f6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04A4A-BEBA-46F7-8D91-096B77966F98}">
  <ds:schemaRefs>
    <ds:schemaRef ds:uri="315eb565-7267-4a95-9087-2f433ded3c8b"/>
    <ds:schemaRef ds:uri="95a46270-66ec-4bdf-aabc-d78887d5141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0f5111eb-3000-413c-a264-ede10dd7f625"/>
    <ds:schemaRef ds:uri="b9ddc68e-543a-4401-880e-f99d082d3346"/>
  </ds:schemaRefs>
</ds:datastoreItem>
</file>

<file path=customXml/itemProps2.xml><?xml version="1.0" encoding="utf-8"?>
<ds:datastoreItem xmlns:ds="http://schemas.openxmlformats.org/officeDocument/2006/customXml" ds:itemID="{B82B9C2E-4FD0-4E32-AC03-0DDBF2799B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ddc68e-543a-4401-880e-f99d082d3346"/>
    <ds:schemaRef ds:uri="0f5111eb-3000-413c-a264-ede10dd7f6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72</Words>
  <Application>Microsoft Office PowerPoint</Application>
  <PresentationFormat>On-screen Show (16:9)</PresentationFormat>
  <Paragraphs>13</Paragraphs>
  <Slides>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comptia_ov</vt:lpstr>
      <vt:lpstr>Power Supplies and Cooling</vt:lpstr>
      <vt:lpstr>Lab Activity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System Devices</dc:title>
  <dc:subject>Slide deck to accompany a CompTIA OCC study guide</dc:subject>
  <dc:creator>James Pengelly</dc:creator>
  <cp:keywords>220-1101; CompTIA A+; A+; Core 1</cp:keywords>
  <dc:description>Copyright © 2022 CompTIA, Inc. All Rights Reserved.  |  CompTIA.org</dc:description>
  <cp:lastModifiedBy>Richard Hunt</cp:lastModifiedBy>
  <cp:revision>29</cp:revision>
  <dcterms:created xsi:type="dcterms:W3CDTF">2021-09-16T09:50:03Z</dcterms:created>
  <dcterms:modified xsi:type="dcterms:W3CDTF">2023-07-04T07:43:13Z</dcterms:modified>
  <cp:category>CompTIA A+ Core 1 (Exam 220-1101)</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0x010100251CB63703FCF645AB9352307318A1B1</vt:lpwstr>
  </property>
  <property fmtid="{D5CDD505-2E9C-101B-9397-08002B2CF9AE}" pid="3" name="MediaServiceImageTags">
    <vt:lpwstr/>
  </property>
</Properties>
</file>