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10"/>
  </p:notesMasterIdLst>
  <p:handoutMasterIdLst>
    <p:handoutMasterId r:id="rId11"/>
  </p:handoutMasterIdLst>
  <p:sldIdLst>
    <p:sldId id="262" r:id="rId5"/>
    <p:sldId id="280" r:id="rId6"/>
    <p:sldId id="281" r:id="rId7"/>
    <p:sldId id="283" r:id="rId8"/>
    <p:sldId id="295" r:id="rId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4C2DE40-C083-7FA0-259D-E76A539CB0B1}" name="Elaine Gustafson" initials="EG" userId="S::egustafson@comptia.org::8e9fbddc-088d-4145-9000-dcad1c3d148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E97F5C-CA9A-485B-8784-DE7E56303E06}" v="11" dt="2023-07-05T06:11:05.1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6" autoAdjust="0"/>
    <p:restoredTop sz="84724" autoAdjust="0"/>
  </p:normalViewPr>
  <p:slideViewPr>
    <p:cSldViewPr snapToGrid="0">
      <p:cViewPr varScale="1">
        <p:scale>
          <a:sx n="131" d="100"/>
          <a:sy n="131" d="100"/>
        </p:scale>
        <p:origin x="1050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498"/>
    </p:cViewPr>
    <p:sldLst>
      <p:sld r:id="rId1" collapse="1"/>
      <p:sld r:id="rId2" collapse="1"/>
      <p:sld r:id="rId3" collapse="1"/>
      <p:sld r:id="rId4" collapse="1"/>
    </p:sldLst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4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unt" userId="a9b14997-caef-4159-8c34-0f67c79d0d7a" providerId="ADAL" clId="{09E97F5C-CA9A-485B-8784-DE7E56303E06}"/>
    <pc:docChg chg="undo custSel addSld delSld modSld">
      <pc:chgData name="Richard Hunt" userId="a9b14997-caef-4159-8c34-0f67c79d0d7a" providerId="ADAL" clId="{09E97F5C-CA9A-485B-8784-DE7E56303E06}" dt="2023-07-05T06:11:15.013" v="54" actId="20577"/>
      <pc:docMkLst>
        <pc:docMk/>
      </pc:docMkLst>
      <pc:sldChg chg="del">
        <pc:chgData name="Richard Hunt" userId="a9b14997-caef-4159-8c34-0f67c79d0d7a" providerId="ADAL" clId="{09E97F5C-CA9A-485B-8784-DE7E56303E06}" dt="2023-07-04T12:07:52.400" v="0" actId="47"/>
        <pc:sldMkLst>
          <pc:docMk/>
          <pc:sldMk cId="2212110038" sldId="261"/>
        </pc:sldMkLst>
      </pc:sldChg>
      <pc:sldChg chg="del">
        <pc:chgData name="Richard Hunt" userId="a9b14997-caef-4159-8c34-0f67c79d0d7a" providerId="ADAL" clId="{09E97F5C-CA9A-485B-8784-DE7E56303E06}" dt="2023-07-05T06:09:53.621" v="42" actId="47"/>
        <pc:sldMkLst>
          <pc:docMk/>
          <pc:sldMk cId="517103484" sldId="266"/>
        </pc:sldMkLst>
      </pc:sldChg>
      <pc:sldChg chg="add del">
        <pc:chgData name="Richard Hunt" userId="a9b14997-caef-4159-8c34-0f67c79d0d7a" providerId="ADAL" clId="{09E97F5C-CA9A-485B-8784-DE7E56303E06}" dt="2023-07-05T06:10:17.763" v="45" actId="47"/>
        <pc:sldMkLst>
          <pc:docMk/>
          <pc:sldMk cId="2345795138" sldId="282"/>
        </pc:sldMkLst>
      </pc:sldChg>
      <pc:sldChg chg="addSp delSp modSp mod">
        <pc:chgData name="Richard Hunt" userId="a9b14997-caef-4159-8c34-0f67c79d0d7a" providerId="ADAL" clId="{09E97F5C-CA9A-485B-8784-DE7E56303E06}" dt="2023-07-05T06:11:15.013" v="54" actId="20577"/>
        <pc:sldMkLst>
          <pc:docMk/>
          <pc:sldMk cId="1673217050" sldId="283"/>
        </pc:sldMkLst>
        <pc:spChg chg="mod">
          <ac:chgData name="Richard Hunt" userId="a9b14997-caef-4159-8c34-0f67c79d0d7a" providerId="ADAL" clId="{09E97F5C-CA9A-485B-8784-DE7E56303E06}" dt="2023-07-05T06:11:15.013" v="54" actId="20577"/>
          <ac:spMkLst>
            <pc:docMk/>
            <pc:sldMk cId="1673217050" sldId="283"/>
            <ac:spMk id="2" creationId="{38519550-2F27-4675-A098-1E772B03AC39}"/>
          </ac:spMkLst>
        </pc:spChg>
        <pc:spChg chg="del mod">
          <ac:chgData name="Richard Hunt" userId="a9b14997-caef-4159-8c34-0f67c79d0d7a" providerId="ADAL" clId="{09E97F5C-CA9A-485B-8784-DE7E56303E06}" dt="2023-07-05T05:36:12.448" v="22" actId="478"/>
          <ac:spMkLst>
            <pc:docMk/>
            <pc:sldMk cId="1673217050" sldId="283"/>
            <ac:spMk id="5" creationId="{79FADFBD-F6E8-4B44-BC30-92B0638A1CAE}"/>
          </ac:spMkLst>
        </pc:spChg>
        <pc:spChg chg="add del mod">
          <ac:chgData name="Richard Hunt" userId="a9b14997-caef-4159-8c34-0f67c79d0d7a" providerId="ADAL" clId="{09E97F5C-CA9A-485B-8784-DE7E56303E06}" dt="2023-07-05T06:11:10.345" v="51" actId="478"/>
          <ac:spMkLst>
            <pc:docMk/>
            <pc:sldMk cId="1673217050" sldId="283"/>
            <ac:spMk id="6" creationId="{6E5DF4CC-EC1F-6A2F-2BF2-69F1F0C6B3C4}"/>
          </ac:spMkLst>
        </pc:spChg>
        <pc:spChg chg="add del mod">
          <ac:chgData name="Richard Hunt" userId="a9b14997-caef-4159-8c34-0f67c79d0d7a" providerId="ADAL" clId="{09E97F5C-CA9A-485B-8784-DE7E56303E06}" dt="2023-07-05T05:36:21.581" v="24" actId="478"/>
          <ac:spMkLst>
            <pc:docMk/>
            <pc:sldMk cId="1673217050" sldId="283"/>
            <ac:spMk id="6" creationId="{E906D110-7F85-8CED-AB38-3F87A45ED4AB}"/>
          </ac:spMkLst>
        </pc:spChg>
        <pc:spChg chg="add del mod">
          <ac:chgData name="Richard Hunt" userId="a9b14997-caef-4159-8c34-0f67c79d0d7a" providerId="ADAL" clId="{09E97F5C-CA9A-485B-8784-DE7E56303E06}" dt="2023-07-05T06:11:08.489" v="50" actId="478"/>
          <ac:spMkLst>
            <pc:docMk/>
            <pc:sldMk cId="1673217050" sldId="283"/>
            <ac:spMk id="8" creationId="{202DCDA8-2667-50B7-E4B7-E61275B4736B}"/>
          </ac:spMkLst>
        </pc:spChg>
        <pc:graphicFrameChg chg="add mod modGraphic">
          <ac:chgData name="Richard Hunt" userId="a9b14997-caef-4159-8c34-0f67c79d0d7a" providerId="ADAL" clId="{09E97F5C-CA9A-485B-8784-DE7E56303E06}" dt="2023-07-05T05:37:03.495" v="39" actId="1076"/>
          <ac:graphicFrameMkLst>
            <pc:docMk/>
            <pc:sldMk cId="1673217050" sldId="283"/>
            <ac:graphicFrameMk id="9" creationId="{A811643E-1671-7416-11A2-0AC64657968A}"/>
          </ac:graphicFrameMkLst>
        </pc:graphicFrameChg>
        <pc:picChg chg="del mod">
          <ac:chgData name="Richard Hunt" userId="a9b14997-caef-4159-8c34-0f67c79d0d7a" providerId="ADAL" clId="{09E97F5C-CA9A-485B-8784-DE7E56303E06}" dt="2023-07-05T06:11:04.308" v="47" actId="478"/>
          <ac:picMkLst>
            <pc:docMk/>
            <pc:sldMk cId="1673217050" sldId="283"/>
            <ac:picMk id="3" creationId="{554643BB-CAEB-48FF-AE60-74E4D2272F7A}"/>
          </ac:picMkLst>
        </pc:picChg>
        <pc:picChg chg="del mod">
          <ac:chgData name="Richard Hunt" userId="a9b14997-caef-4159-8c34-0f67c79d0d7a" providerId="ADAL" clId="{09E97F5C-CA9A-485B-8784-DE7E56303E06}" dt="2023-07-05T06:10:41.826" v="46" actId="478"/>
          <ac:picMkLst>
            <pc:docMk/>
            <pc:sldMk cId="1673217050" sldId="283"/>
            <ac:picMk id="8" creationId="{6855B799-1A34-B128-9F6F-CBDFD2A9FE8A}"/>
          </ac:picMkLst>
        </pc:picChg>
        <pc:picChg chg="add del mod">
          <ac:chgData name="Richard Hunt" userId="a9b14997-caef-4159-8c34-0f67c79d0d7a" providerId="ADAL" clId="{09E97F5C-CA9A-485B-8784-DE7E56303E06}" dt="2023-07-05T06:11:05.109" v="48" actId="478"/>
          <ac:picMkLst>
            <pc:docMk/>
            <pc:sldMk cId="1673217050" sldId="283"/>
            <ac:picMk id="10" creationId="{A389042D-A648-6421-428A-0E55632A422B}"/>
          </ac:picMkLst>
        </pc:picChg>
      </pc:sldChg>
      <pc:sldChg chg="addSp delSp modSp del mod">
        <pc:chgData name="Richard Hunt" userId="a9b14997-caef-4159-8c34-0f67c79d0d7a" providerId="ADAL" clId="{09E97F5C-CA9A-485B-8784-DE7E56303E06}" dt="2023-07-05T05:37:14.990" v="41" actId="2696"/>
        <pc:sldMkLst>
          <pc:docMk/>
          <pc:sldMk cId="352619168" sldId="290"/>
        </pc:sldMkLst>
        <pc:spChg chg="add mod">
          <ac:chgData name="Richard Hunt" userId="a9b14997-caef-4159-8c34-0f67c79d0d7a" providerId="ADAL" clId="{09E97F5C-CA9A-485B-8784-DE7E56303E06}" dt="2023-07-05T05:35:14.439" v="1" actId="21"/>
          <ac:spMkLst>
            <pc:docMk/>
            <pc:sldMk cId="352619168" sldId="290"/>
            <ac:spMk id="5" creationId="{BEDE46BA-7E22-5182-1B0B-68627F96529A}"/>
          </ac:spMkLst>
        </pc:spChg>
        <pc:spChg chg="add mod">
          <ac:chgData name="Richard Hunt" userId="a9b14997-caef-4159-8c34-0f67c79d0d7a" providerId="ADAL" clId="{09E97F5C-CA9A-485B-8784-DE7E56303E06}" dt="2023-07-05T05:36:38.861" v="30" actId="21"/>
          <ac:spMkLst>
            <pc:docMk/>
            <pc:sldMk cId="352619168" sldId="290"/>
            <ac:spMk id="6" creationId="{7BFB0725-06DD-ACEE-428F-DAB813FE65CD}"/>
          </ac:spMkLst>
        </pc:spChg>
        <pc:spChg chg="del">
          <ac:chgData name="Richard Hunt" userId="a9b14997-caef-4159-8c34-0f67c79d0d7a" providerId="ADAL" clId="{09E97F5C-CA9A-485B-8784-DE7E56303E06}" dt="2023-07-05T05:35:14.439" v="1" actId="21"/>
          <ac:spMkLst>
            <pc:docMk/>
            <pc:sldMk cId="352619168" sldId="290"/>
            <ac:spMk id="10" creationId="{A0605CFC-9459-4BE4-B837-FD8561622183}"/>
          </ac:spMkLst>
        </pc:spChg>
        <pc:picChg chg="del">
          <ac:chgData name="Richard Hunt" userId="a9b14997-caef-4159-8c34-0f67c79d0d7a" providerId="ADAL" clId="{09E97F5C-CA9A-485B-8784-DE7E56303E06}" dt="2023-07-05T05:36:38.861" v="30" actId="21"/>
          <ac:picMkLst>
            <pc:docMk/>
            <pc:sldMk cId="352619168" sldId="290"/>
            <ac:picMk id="3074" creationId="{55CA99D4-2864-4125-8832-1D9AA73EDF8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topic concludes the review of the main hardware components.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53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Re-cap the role of the CPU in processing low-level instructions and use of registers and cache. Explain how the instruction set and width (32-bit or 64-bit) determines software compatibility with hardware. Contrast ARM with x86/x64.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871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Make sure students can distinguish these socket types. If you have some old examples to show or provide as hands-on that will boost students’ understanding. Discuss some of the mechanics of removing and installing CPUs.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35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err="1"/>
              <a:t>ActivityTitle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Exam #00-XYZ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Exam Title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530A88E-A109-4643-8F63-12F087E15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870" y="2156005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E1C3AA0-5C65-4C78-B921-73872785D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E69A297E-3486-4729-A525-7D33AFFB3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772424" y="1318606"/>
            <a:ext cx="2508635" cy="625047"/>
          </a:xfrm>
          <a:prstGeom prst="rect">
            <a:avLst/>
          </a:prstGeom>
        </p:spPr>
      </p:pic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</a:t>
            </a:r>
            <a:r>
              <a:rPr lang="en-US" err="1"/>
              <a:t>Title</a:t>
            </a:r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Lesson #</a:t>
            </a:r>
            <a:endParaRPr lang="en-GB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8ADF54-DD1F-4BCB-BF1D-E42C26791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54347" y="454737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/>
              <a:t>Exam Title and Version </a:t>
            </a:r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2FF3CB60-2CE1-4521-A000-222B91B2B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7F806275-D0BB-4D90-A9D5-E13362DDB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861324" y="1318606"/>
            <a:ext cx="2508635" cy="6250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0050C-9F18-4F47-B8D6-D72D136163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0366" y="554002"/>
            <a:ext cx="1813560" cy="489656"/>
          </a:xfrm>
        </p:spPr>
        <p:txBody>
          <a:bodyPr/>
          <a:lstStyle/>
          <a:p>
            <a:r>
              <a:rPr lang="en-US"/>
              <a:t>Lesson 2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FE98DE-AB36-4C88-97C9-BDD4B4370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66" y="1051277"/>
            <a:ext cx="7981244" cy="1080000"/>
          </a:xfrm>
        </p:spPr>
        <p:txBody>
          <a:bodyPr/>
          <a:lstStyle/>
          <a:p>
            <a:r>
              <a:rPr lang="en-US"/>
              <a:t>Topic 2D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2F3BC-D347-48A7-8850-F194A742FB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366" y="2148385"/>
            <a:ext cx="7981244" cy="1080000"/>
          </a:xfrm>
        </p:spPr>
        <p:txBody>
          <a:bodyPr/>
          <a:lstStyle/>
          <a:p>
            <a:r>
              <a:rPr lang="en-US" dirty="0"/>
              <a:t>Install and Configure CPUs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5DBA2-0D47-411F-8A48-FF7680DC1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33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26892B-1B0E-42BA-94F0-F5D89577A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r>
              <a:rPr lang="en-GB" dirty="0"/>
              <a:t>CPU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913E7-39CF-4A73-A646-D5CC0F6CF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CPU pipeline</a:t>
            </a:r>
          </a:p>
          <a:p>
            <a:pPr lvl="1"/>
            <a:r>
              <a:rPr lang="en-US" dirty="0"/>
              <a:t>Fetch, decode, execute, writeback</a:t>
            </a:r>
          </a:p>
          <a:p>
            <a:pPr lvl="1"/>
            <a:r>
              <a:rPr lang="en-US" dirty="0"/>
              <a:t>Registers and cache</a:t>
            </a:r>
          </a:p>
          <a:p>
            <a:r>
              <a:rPr lang="en-US" dirty="0"/>
              <a:t>x86 CPU architecture</a:t>
            </a:r>
          </a:p>
          <a:p>
            <a:pPr lvl="1"/>
            <a:r>
              <a:rPr lang="en-US" dirty="0"/>
              <a:t>32-bit IBM PC-compatible instruction set</a:t>
            </a:r>
          </a:p>
          <a:p>
            <a:r>
              <a:rPr lang="en-US" dirty="0"/>
              <a:t>x64 CPU architecture</a:t>
            </a:r>
          </a:p>
          <a:p>
            <a:r>
              <a:rPr lang="en-GB" dirty="0"/>
              <a:t>Advanced RISC Machines (ARM) CPU architecture</a:t>
            </a:r>
          </a:p>
          <a:p>
            <a:pPr lvl="1"/>
            <a:r>
              <a:rPr lang="en-GB" dirty="0"/>
              <a:t>System-on-a-chip</a:t>
            </a:r>
          </a:p>
          <a:p>
            <a:pPr lvl="1"/>
            <a:r>
              <a:rPr lang="en-GB" dirty="0"/>
              <a:t>Better power and thermal efficiency</a:t>
            </a:r>
          </a:p>
          <a:p>
            <a:pPr lvl="1"/>
            <a:r>
              <a:rPr lang="en-GB" dirty="0"/>
              <a:t>Software compatibility and emulation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DFAAF-68AD-443F-B3E0-ED56728743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59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52AD913-096D-4F8F-B516-A6FD797DF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r>
              <a:rPr lang="en-GB" dirty="0"/>
              <a:t>CPU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9931-2B96-4368-A89E-F3C32AB03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Clock speed</a:t>
            </a:r>
          </a:p>
          <a:p>
            <a:r>
              <a:rPr lang="en-US"/>
              <a:t>Multithreading</a:t>
            </a:r>
          </a:p>
          <a:p>
            <a:pPr lvl="1"/>
            <a:r>
              <a:rPr lang="en-US"/>
              <a:t>Simultaneous multithreading (SMT)/</a:t>
            </a:r>
            <a:r>
              <a:rPr lang="en-US" err="1"/>
              <a:t>HyperThreading</a:t>
            </a:r>
            <a:endParaRPr lang="en-US"/>
          </a:p>
          <a:p>
            <a:pPr lvl="1"/>
            <a:r>
              <a:rPr lang="en-US"/>
              <a:t>Requires software support</a:t>
            </a:r>
          </a:p>
          <a:p>
            <a:r>
              <a:rPr lang="en-GB"/>
              <a:t>Symmetric multiprocessing (SMP)</a:t>
            </a:r>
          </a:p>
          <a:p>
            <a:pPr lvl="1"/>
            <a:r>
              <a:rPr lang="en-GB"/>
              <a:t>Requires multiple CPUs and sockets</a:t>
            </a:r>
          </a:p>
          <a:p>
            <a:pPr lvl="1"/>
            <a:r>
              <a:rPr lang="en-GB"/>
              <a:t>CPUs must be identical models and specifications</a:t>
            </a:r>
          </a:p>
          <a:p>
            <a:r>
              <a:rPr lang="en-GB"/>
              <a:t>Single core versus multi-core</a:t>
            </a:r>
            <a:endParaRPr lang="en-US"/>
          </a:p>
          <a:p>
            <a:r>
              <a:rPr lang="en-US"/>
              <a:t>Virtualization support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0EBFA-2B35-4353-821D-26CEE0C32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65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9550-2F27-4675-A098-1E772B03A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</p:spPr>
        <p:txBody>
          <a:bodyPr/>
          <a:lstStyle/>
          <a:p>
            <a:r>
              <a:rPr lang="en-GB" dirty="0"/>
              <a:t>CPU </a:t>
            </a:r>
            <a:r>
              <a:rPr lang="en-GB"/>
              <a:t>Socket Types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528A-2411-49F2-831D-E2738AA464EA}"/>
              </a:ext>
            </a:extLst>
          </p:cNvPr>
          <p:cNvSpPr txBox="1"/>
          <p:nvPr/>
        </p:nvSpPr>
        <p:spPr>
          <a:xfrm>
            <a:off x="1266964" y="4742849"/>
            <a:ext cx="20962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i="1">
                <a:ea typeface="+mn-lt"/>
                <a:cs typeface="+mn-lt"/>
              </a:rPr>
              <a:t>© Gigabyte Technology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B5E5-864E-4383-A2FA-00D76A7987F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811643E-1671-7416-11A2-0AC6465796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429203"/>
              </p:ext>
            </p:extLst>
          </p:nvPr>
        </p:nvGraphicFramePr>
        <p:xfrm>
          <a:off x="1524000" y="1899891"/>
          <a:ext cx="60960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71401367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38713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Intel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AMD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Socket form factor</a:t>
                      </a:r>
                    </a:p>
                    <a:p>
                      <a:pPr lvl="1"/>
                      <a:r>
                        <a:rPr lang="en-US" dirty="0"/>
                        <a:t>Zero insertion force (ZIF) </a:t>
                      </a:r>
                    </a:p>
                    <a:p>
                      <a:pPr lvl="1"/>
                      <a:endParaRPr lang="en-US" dirty="0"/>
                    </a:p>
                    <a:p>
                      <a:r>
                        <a:rPr lang="en-US" dirty="0"/>
                        <a:t>Land grid array (LGA)</a:t>
                      </a:r>
                    </a:p>
                    <a:p>
                      <a:pPr lvl="1"/>
                      <a:r>
                        <a:rPr lang="en-US" dirty="0"/>
                        <a:t>Predominantly Intel socket form factors</a:t>
                      </a:r>
                    </a:p>
                    <a:p>
                      <a:pPr lvl="1"/>
                      <a:r>
                        <a:rPr lang="en-US" dirty="0"/>
                        <a:t>Pins on the motherboard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Pin grid array (PGA)</a:t>
                      </a:r>
                    </a:p>
                    <a:p>
                      <a:pPr lvl="1"/>
                      <a:r>
                        <a:rPr lang="en-US" dirty="0"/>
                        <a:t>Predominantly AMD socket form factors</a:t>
                      </a:r>
                    </a:p>
                    <a:p>
                      <a:pPr lvl="1"/>
                      <a:r>
                        <a:rPr lang="en-US" dirty="0"/>
                        <a:t>Pins on the CPU package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037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21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B26CD1-2178-4BFB-9478-35032079CE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71AA4-D2FA-41C5-BBC9-12A25F2986B8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/>
              <a:t>Virtual Workbench Lab: Install a CPU and Cooler </a:t>
            </a:r>
          </a:p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5D74CC-9861-42B1-A0F9-B509E0A6F6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603250"/>
            <a:ext cx="9143999" cy="60325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71755"/>
            <a:r>
              <a:rPr lang="en-US"/>
              <a:t>Lab Activity</a:t>
            </a:r>
          </a:p>
        </p:txBody>
      </p:sp>
    </p:spTree>
    <p:extLst>
      <p:ext uri="{BB962C8B-B14F-4D97-AF65-F5344CB8AC3E}">
        <p14:creationId xmlns:p14="http://schemas.microsoft.com/office/powerpoint/2010/main" val="2333689731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D2593632-9DC7-410F-8B80-0A3C86780299}" vid="{4B27921E-0E5A-45BC-AA9B-9A536FA2B969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1CB63703FCF645AB9352307318A1B1" ma:contentTypeVersion="17" ma:contentTypeDescription="Create a new document." ma:contentTypeScope="" ma:versionID="b45c5cdae36f358bdb0d10ac5c911565">
  <xsd:schema xmlns:xsd="http://www.w3.org/2001/XMLSchema" xmlns:xs="http://www.w3.org/2001/XMLSchema" xmlns:p="http://schemas.microsoft.com/office/2006/metadata/properties" xmlns:ns2="b9ddc68e-543a-4401-880e-f99d082d3346" xmlns:ns3="0f5111eb-3000-413c-a264-ede10dd7f625" targetNamespace="http://schemas.microsoft.com/office/2006/metadata/properties" ma:root="true" ma:fieldsID="098020b00cc7b3aceb21c9cd07b28ea1" ns2:_="" ns3:_="">
    <xsd:import namespace="b9ddc68e-543a-4401-880e-f99d082d3346"/>
    <xsd:import namespace="0f5111eb-3000-413c-a264-ede10dd7f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dc68e-543a-4401-880e-f99d082d33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hidden="true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hidden="true" ma:internalName="MediaServiceKeyPoints" ma:readOnly="true">
      <xsd:simpleType>
        <xsd:restriction base="dms:Note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3107afe-cb13-45d0-a368-909a38ecfe4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5111eb-3000-413c-a264-ede10dd7f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hidden="true" ma:internalName="SharedWithDetails" ma:readOnly="true">
      <xsd:simpleType>
        <xsd:restriction base="dms:Note"/>
      </xsd:simpleType>
    </xsd:element>
    <xsd:element name="TaxCatchAll" ma:index="22" nillable="true" ma:displayName="Taxonomy Catch All Column" ma:hidden="true" ma:list="{90d6b898-28d4-49db-8455-42357110c26e}" ma:internalName="TaxCatchAll" ma:showField="CatchAllData" ma:web="0f5111eb-3000-413c-a264-ede10dd7f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f5111eb-3000-413c-a264-ede10dd7f625" xsi:nil="true"/>
    <lcf76f155ced4ddcb4097134ff3c332f xmlns="b9ddc68e-543a-4401-880e-f99d082d334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2B9C2E-4FD0-4E32-AC03-0DDBF2799B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ddc68e-543a-4401-880e-f99d082d3346"/>
    <ds:schemaRef ds:uri="0f5111eb-3000-413c-a264-ede10dd7f6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04A4A-BEBA-46F7-8D91-096B77966F98}">
  <ds:schemaRefs>
    <ds:schemaRef ds:uri="315eb565-7267-4a95-9087-2f433ded3c8b"/>
    <ds:schemaRef ds:uri="95a46270-66ec-4bdf-aabc-d78887d5141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0f5111eb-3000-413c-a264-ede10dd7f625"/>
    <ds:schemaRef ds:uri="b9ddc68e-543a-4401-880e-f99d082d334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3</TotalTime>
  <Words>247</Words>
  <Application>Microsoft Office PowerPoint</Application>
  <PresentationFormat>On-screen Show (16:9)</PresentationFormat>
  <Paragraphs>50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Open Sans</vt:lpstr>
      <vt:lpstr>Arial</vt:lpstr>
      <vt:lpstr>Calibri</vt:lpstr>
      <vt:lpstr>comptia_ov</vt:lpstr>
      <vt:lpstr>Install and Configure CPUs</vt:lpstr>
      <vt:lpstr>CPU Architecture</vt:lpstr>
      <vt:lpstr>CPU Features</vt:lpstr>
      <vt:lpstr>CPU Socket Types</vt:lpstr>
      <vt:lpstr>Lab Activity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System Devices</dc:title>
  <dc:subject>Slide deck to accompany a CompTIA OCC study guide</dc:subject>
  <dc:creator>James Pengelly</dc:creator>
  <cp:keywords>220-1101; CompTIA A+; A+; Core 1</cp:keywords>
  <dc:description>Copyright © 2022 CompTIA, Inc. All Rights Reserved.  |  CompTIA.org</dc:description>
  <cp:lastModifiedBy>Richard Hunt</cp:lastModifiedBy>
  <cp:revision>28</cp:revision>
  <dcterms:created xsi:type="dcterms:W3CDTF">2021-09-16T09:50:03Z</dcterms:created>
  <dcterms:modified xsi:type="dcterms:W3CDTF">2023-07-05T06:11:16Z</dcterms:modified>
  <cp:category>CompTIA A+ Core 1 (Exam 220-1101)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0x010100251CB63703FCF645AB9352307318A1B1</vt:lpwstr>
  </property>
  <property fmtid="{D5CDD505-2E9C-101B-9397-08002B2CF9AE}" pid="3" name="MediaServiceImageTags">
    <vt:lpwstr/>
  </property>
</Properties>
</file>