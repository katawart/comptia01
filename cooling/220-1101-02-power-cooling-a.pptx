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9"/>
  </p:notesMasterIdLst>
  <p:handoutMasterIdLst>
    <p:handoutMasterId r:id="rId10"/>
  </p:handoutMasterIdLst>
  <p:sldIdLst>
    <p:sldId id="258" r:id="rId5"/>
    <p:sldId id="267" r:id="rId6"/>
    <p:sldId id="297" r:id="rId7"/>
    <p:sldId id="284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2DE40-C083-7FA0-259D-E76A539CB0B1}" name="Elaine Gustafson" initials="EG" userId="S::egustafson@comptia.org::8e9fbddc-088d-4145-9000-dcad1c3d148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 autoAdjust="0"/>
    <p:restoredTop sz="84724" autoAdjust="0"/>
  </p:normalViewPr>
  <p:slideViewPr>
    <p:cSldViewPr snapToGrid="0">
      <p:cViewPr varScale="1">
        <p:scale>
          <a:sx n="131" d="100"/>
          <a:sy n="131" d="100"/>
        </p:scale>
        <p:origin x="105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98"/>
    </p:cViewPr>
    <p:sldLst>
      <p:sld r:id="rId1" collapse="1"/>
      <p:sld r:id="rId2" collapse="1"/>
      <p:sld r:id="rId3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unt" userId="a9b14997-caef-4159-8c34-0f67c79d0d7a" providerId="ADAL" clId="{EEBD954E-0B6F-473B-A892-FC64C7B3D8DC}"/>
    <pc:docChg chg="delSld">
      <pc:chgData name="Richard Hunt" userId="a9b14997-caef-4159-8c34-0f67c79d0d7a" providerId="ADAL" clId="{EEBD954E-0B6F-473B-A892-FC64C7B3D8DC}" dt="2023-07-04T07:36:27.180" v="0" actId="47"/>
      <pc:docMkLst>
        <pc:docMk/>
      </pc:docMkLst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1142794324" sldId="263"/>
        </pc:sldMkLst>
      </pc:sldChg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2913461139" sldId="268"/>
        </pc:sldMkLst>
      </pc:sldChg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2613083861" sldId="269"/>
        </pc:sldMkLst>
      </pc:sldChg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3130537023" sldId="270"/>
        </pc:sldMkLst>
      </pc:sldChg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1639003183" sldId="292"/>
        </pc:sldMkLst>
      </pc:sldChg>
      <pc:sldChg chg="del">
        <pc:chgData name="Richard Hunt" userId="a9b14997-caef-4159-8c34-0f67c79d0d7a" providerId="ADAL" clId="{EEBD954E-0B6F-473B-A892-FC64C7B3D8DC}" dt="2023-07-04T07:36:27.180" v="0" actId="47"/>
        <pc:sldMkLst>
          <pc:docMk/>
          <pc:sldMk cId="4167090234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importance of the power supply and cooling subsystem to reliable PC operation.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students can distinguish input AC voltage and outlet socket requirements from DC output voltage and power requirements.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how to work out the power requirements of a custom PC or component upgrade.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08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err="1"/>
              <a:t>ActivityTitle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Exam #00-XYZ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Exam Title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530A88E-A109-4643-8F63-12F087E15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870" y="2156005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E1C3AA0-5C65-4C78-B921-73872785D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69A297E-3486-4729-A525-7D33AFFB3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72424" y="1318606"/>
            <a:ext cx="2508635" cy="625047"/>
          </a:xfrm>
          <a:prstGeom prst="rect">
            <a:avLst/>
          </a:prstGeom>
        </p:spPr>
      </p:pic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Lesson #</a:t>
            </a:r>
            <a:endParaRPr lang="en-GB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8ADF54-DD1F-4BCB-BF1D-E42C26791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54347" y="454737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FF3CB60-2CE1-4521-A000-222B91B2B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F806275-D0BB-4D90-A9D5-E13362DD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61324" y="1318606"/>
            <a:ext cx="2508635" cy="62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0050C-9F18-4F47-B8D6-D72D136163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366" y="554002"/>
            <a:ext cx="1813560" cy="489656"/>
          </a:xfrm>
        </p:spPr>
        <p:txBody>
          <a:bodyPr/>
          <a:lstStyle/>
          <a:p>
            <a:r>
              <a:rPr lang="en-US"/>
              <a:t>Lesson 2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E98DE-AB36-4C88-97C9-BDD4B437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66" y="1051277"/>
            <a:ext cx="7981244" cy="1080000"/>
          </a:xfrm>
        </p:spPr>
        <p:txBody>
          <a:bodyPr/>
          <a:lstStyle/>
          <a:p>
            <a:r>
              <a:rPr lang="en-US"/>
              <a:t>Topic 2A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2F3BC-D347-48A7-8850-F194A742F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366" y="2148385"/>
            <a:ext cx="7981244" cy="1080000"/>
          </a:xfrm>
        </p:spPr>
        <p:txBody>
          <a:bodyPr/>
          <a:lstStyle/>
          <a:p>
            <a:r>
              <a:rPr lang="en-US" dirty="0"/>
              <a:t>Install and Configure Power Supplies and Cooling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821BE-77F3-422E-B779-7A961FDDA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5423-CDE3-4321-80F8-7C76D205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r>
              <a:rPr lang="en-GB" dirty="0"/>
              <a:t>Power Supply Units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E9D3C1-C247-4388-9353-2623A166ED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53947" y="746760"/>
            <a:ext cx="4790051" cy="40462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Power Supply Unit (PSU) components</a:t>
            </a:r>
          </a:p>
          <a:p>
            <a:pPr lvl="1"/>
            <a:r>
              <a:rPr lang="en-US" dirty="0"/>
              <a:t>Alternating current (AC) to direct current (DC) conversion</a:t>
            </a:r>
          </a:p>
          <a:p>
            <a:pPr lvl="1"/>
            <a:r>
              <a:rPr lang="en-US" dirty="0"/>
              <a:t>Filters and regulators</a:t>
            </a:r>
          </a:p>
          <a:p>
            <a:pPr lvl="1"/>
            <a:r>
              <a:rPr lang="en-US" dirty="0"/>
              <a:t>Fans</a:t>
            </a:r>
          </a:p>
          <a:p>
            <a:r>
              <a:rPr lang="en-US" dirty="0"/>
              <a:t>Input volts AC (VAC)</a:t>
            </a:r>
          </a:p>
          <a:p>
            <a:pPr lvl="1"/>
            <a:r>
              <a:rPr lang="en-US" dirty="0"/>
              <a:t>100-127 VAC (low-line), US/ Canada</a:t>
            </a:r>
          </a:p>
          <a:p>
            <a:pPr lvl="1"/>
            <a:r>
              <a:rPr lang="en-US" dirty="0"/>
              <a:t>220-240 VAC (high-line),  Europe</a:t>
            </a:r>
          </a:p>
          <a:p>
            <a:pPr lvl="1"/>
            <a:r>
              <a:rPr lang="en-US" dirty="0"/>
              <a:t>Manual, auto-switching, and fixed PSU types</a:t>
            </a:r>
          </a:p>
          <a:p>
            <a:endParaRPr lang="en-GB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0E795C5-711F-491A-B74D-CDA9FAF67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000" y="2180324"/>
            <a:ext cx="4353949" cy="296317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85D17B-2707-47B0-848A-8696748A7413}"/>
              </a:ext>
            </a:extLst>
          </p:cNvPr>
          <p:cNvSpPr txBox="1"/>
          <p:nvPr/>
        </p:nvSpPr>
        <p:spPr>
          <a:xfrm>
            <a:off x="189780" y="4861127"/>
            <a:ext cx="20962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i="1" dirty="0">
                <a:ea typeface="Open Sans"/>
                <a:cs typeface="Open Sans"/>
              </a:rPr>
              <a:t>Image ©123RF.com</a:t>
            </a:r>
            <a:endParaRPr lang="en-US" sz="1000" dirty="0">
              <a:ea typeface="Open Sans"/>
              <a:cs typeface="Open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6A25C-376C-469B-800B-B4ED779798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050" name="Picture 2" descr="Difference DC power and AC power| Tech | Matsusada Precision">
            <a:extLst>
              <a:ext uri="{FF2B5EF4-FFF2-40B4-BE49-F238E27FC236}">
                <a16:creationId xmlns:a16="http://schemas.microsoft.com/office/drawing/2014/main" id="{4302AA28-DE23-1701-02AB-A8E0DE4C1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37799"/>
            <a:ext cx="4572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17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6B56FFB-571C-C2F2-E377-0CB346C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2" descr="What Is a Power Supply Voltage Switch?">
            <a:extLst>
              <a:ext uri="{FF2B5EF4-FFF2-40B4-BE49-F238E27FC236}">
                <a16:creationId xmlns:a16="http://schemas.microsoft.com/office/drawing/2014/main" id="{E01E433C-8703-4EDB-4A2C-EF0A38E5F1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46049" y="1545322"/>
            <a:ext cx="4353949" cy="244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D0CECC8-56CC-1A4B-2373-E8144A5235D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499998" y="746760"/>
            <a:ext cx="4644001" cy="4046220"/>
          </a:xfrm>
        </p:spPr>
        <p:txBody>
          <a:bodyPr/>
          <a:lstStyle/>
          <a:p>
            <a:r>
              <a:rPr lang="en-US" dirty="0"/>
              <a:t>Manually switch between the different volt (120 and 230 V).</a:t>
            </a:r>
          </a:p>
          <a:p>
            <a:pPr lvl="1"/>
            <a:r>
              <a:rPr lang="en-US" dirty="0"/>
              <a:t>Use multimeter.</a:t>
            </a:r>
          </a:p>
          <a:p>
            <a:r>
              <a:rPr lang="en-US" dirty="0"/>
              <a:t>Use auto-switching power supply.</a:t>
            </a:r>
          </a:p>
          <a:p>
            <a:r>
              <a:rPr lang="en-US" b="1" dirty="0">
                <a:solidFill>
                  <a:srgbClr val="FF0000"/>
                </a:solidFill>
              </a:rPr>
              <a:t>Don’t plug a 120 V power supply into a 230 V power source!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A1659-57DC-E78C-2F68-B8D400DD1D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7816" y="4885690"/>
            <a:ext cx="479184" cy="1986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7CF8A19-3A9E-4ABC-B336-2FDDE321C72D}" type="slidenum">
              <a:rPr lang="en-US" sz="7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29837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5423-CDE3-4321-80F8-7C76D205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Wattage Rating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E9D3C1-C247-4388-9353-2623A166E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Power requirement</a:t>
            </a:r>
          </a:p>
          <a:p>
            <a:pPr lvl="1"/>
            <a:r>
              <a:rPr lang="en-US" dirty="0"/>
              <a:t>Volts DC (VDC) – How much force is pushing the electron. Potential difference between two points.</a:t>
            </a:r>
          </a:p>
          <a:p>
            <a:pPr lvl="1"/>
            <a:r>
              <a:rPr lang="en-US" dirty="0"/>
              <a:t>Watts — Voltage (V) * Current (I)</a:t>
            </a:r>
          </a:p>
          <a:p>
            <a:r>
              <a:rPr lang="en-US" dirty="0"/>
              <a:t>Wattage rating</a:t>
            </a:r>
          </a:p>
          <a:p>
            <a:pPr lvl="1"/>
            <a:r>
              <a:rPr lang="en-US" dirty="0"/>
              <a:t>Power efficiency</a:t>
            </a:r>
          </a:p>
          <a:p>
            <a:r>
              <a:rPr lang="en-US" dirty="0"/>
              <a:t>Output voltages</a:t>
            </a:r>
          </a:p>
          <a:p>
            <a:pPr lvl="1"/>
            <a:r>
              <a:rPr lang="en-US" dirty="0"/>
              <a:t>3.3V, 5V, 12V rails</a:t>
            </a:r>
          </a:p>
          <a:p>
            <a:pPr lvl="1"/>
            <a:r>
              <a:rPr lang="en-US" dirty="0"/>
              <a:t>Power distribution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6A25C-376C-469B-800B-B4ED77979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4493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D2593632-9DC7-410F-8B80-0A3C86780299}" vid="{4B27921E-0E5A-45BC-AA9B-9A536FA2B969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5111eb-3000-413c-a264-ede10dd7f625" xsi:nil="true"/>
    <lcf76f155ced4ddcb4097134ff3c332f xmlns="b9ddc68e-543a-4401-880e-f99d082d334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1CB63703FCF645AB9352307318A1B1" ma:contentTypeVersion="17" ma:contentTypeDescription="Create a new document." ma:contentTypeScope="" ma:versionID="b45c5cdae36f358bdb0d10ac5c911565">
  <xsd:schema xmlns:xsd="http://www.w3.org/2001/XMLSchema" xmlns:xs="http://www.w3.org/2001/XMLSchema" xmlns:p="http://schemas.microsoft.com/office/2006/metadata/properties" xmlns:ns2="b9ddc68e-543a-4401-880e-f99d082d3346" xmlns:ns3="0f5111eb-3000-413c-a264-ede10dd7f625" targetNamespace="http://schemas.microsoft.com/office/2006/metadata/properties" ma:root="true" ma:fieldsID="098020b00cc7b3aceb21c9cd07b28ea1" ns2:_="" ns3:_="">
    <xsd:import namespace="b9ddc68e-543a-4401-880e-f99d082d3346"/>
    <xsd:import namespace="0f5111eb-3000-413c-a264-ede10dd7f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dc68e-543a-4401-880e-f99d082d3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hidden="true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hidden="true" ma:internalName="MediaServiceKeyPoint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3107afe-cb13-45d0-a368-909a38ecfe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5111eb-3000-413c-a264-ede10dd7f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90d6b898-28d4-49db-8455-42357110c26e}" ma:internalName="TaxCatchAll" ma:showField="CatchAllData" ma:web="0f5111eb-3000-413c-a264-ede10dd7f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04A4A-BEBA-46F7-8D91-096B77966F98}">
  <ds:schemaRefs>
    <ds:schemaRef ds:uri="315eb565-7267-4a95-9087-2f433ded3c8b"/>
    <ds:schemaRef ds:uri="95a46270-66ec-4bdf-aabc-d78887d51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f5111eb-3000-413c-a264-ede10dd7f625"/>
    <ds:schemaRef ds:uri="b9ddc68e-543a-4401-880e-f99d082d3346"/>
  </ds:schemaRefs>
</ds:datastoreItem>
</file>

<file path=customXml/itemProps2.xml><?xml version="1.0" encoding="utf-8"?>
<ds:datastoreItem xmlns:ds="http://schemas.openxmlformats.org/officeDocument/2006/customXml" ds:itemID="{B82B9C2E-4FD0-4E32-AC03-0DDBF2799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ddc68e-543a-4401-880e-f99d082d3346"/>
    <ds:schemaRef ds:uri="0f5111eb-3000-413c-a264-ede10dd7f6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1</TotalTime>
  <Words>211</Words>
  <Application>Microsoft Office PowerPoint</Application>
  <PresentationFormat>On-screen Show (16:9)</PresentationFormat>
  <Paragraphs>37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Open Sans</vt:lpstr>
      <vt:lpstr>Calibri</vt:lpstr>
      <vt:lpstr>comptia_ov</vt:lpstr>
      <vt:lpstr>Install and Configure Power Supplies and Cooling</vt:lpstr>
      <vt:lpstr>Power Supply Units</vt:lpstr>
      <vt:lpstr>PowerPoint Presentation</vt:lpstr>
      <vt:lpstr>Wattage Rating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System Devices</dc:title>
  <dc:subject>Slide deck to accompany a CompTIA OCC study guide</dc:subject>
  <dc:creator>James Pengelly</dc:creator>
  <cp:keywords>220-1101; CompTIA A+; A+; Core 1</cp:keywords>
  <dc:description>Copyright © 2022 CompTIA, Inc. All Rights Reserved.  |  CompTIA.org</dc:description>
  <cp:lastModifiedBy>Richard Hunt</cp:lastModifiedBy>
  <cp:revision>29</cp:revision>
  <dcterms:created xsi:type="dcterms:W3CDTF">2021-09-16T09:50:03Z</dcterms:created>
  <dcterms:modified xsi:type="dcterms:W3CDTF">2023-07-04T07:36:30Z</dcterms:modified>
  <cp:category>CompTIA A+ Core 1 (Exam 220-1101)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0x010100251CB63703FCF645AB9352307318A1B1</vt:lpwstr>
  </property>
  <property fmtid="{D5CDD505-2E9C-101B-9397-08002B2CF9AE}" pid="3" name="MediaServiceImageTags">
    <vt:lpwstr/>
  </property>
</Properties>
</file>