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5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330570-A4BB-430F-A2FE-5C606E2BF797}" v="1" dt="2023-07-05T06:17:13.8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97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hard Hunt" userId="a9b14997-caef-4159-8c34-0f67c79d0d7a" providerId="ADAL" clId="{EB330570-A4BB-430F-A2FE-5C606E2BF797}"/>
    <pc:docChg chg="addSld modSld">
      <pc:chgData name="Richard Hunt" userId="a9b14997-caef-4159-8c34-0f67c79d0d7a" providerId="ADAL" clId="{EB330570-A4BB-430F-A2FE-5C606E2BF797}" dt="2023-07-05T06:17:13.831" v="0"/>
      <pc:docMkLst>
        <pc:docMk/>
      </pc:docMkLst>
      <pc:sldChg chg="add">
        <pc:chgData name="Richard Hunt" userId="a9b14997-caef-4159-8c34-0f67c79d0d7a" providerId="ADAL" clId="{EB330570-A4BB-430F-A2FE-5C606E2BF797}" dt="2023-07-05T06:17:13.831" v="0"/>
        <pc:sldMkLst>
          <pc:docMk/>
          <pc:sldMk cId="583499114" sldId="27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443A8-DB67-11AC-6195-52F7B51384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96AC2A-EDE3-4690-E7EF-3FF7E7ADE2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906DC-7990-27B3-F62C-46F5EC4C8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676D4-9E81-4816-81AC-6A482A9F7AB2}" type="datetimeFigureOut">
              <a:rPr lang="en-GB" smtClean="0"/>
              <a:t>05/07/2023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6AD1A6-FB38-9D31-55D4-C2404069F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DF4BD3-DE2A-D4D6-1FE6-F29B5BD44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5D7F2-022B-4CF6-B182-3C06590D87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8424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A7E56-2907-BFF3-7D59-D053233A2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A1929-3EB7-0482-7FD8-6336D69C2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552FA-7DB9-6BC1-5C47-1E07EE0CC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676D4-9E81-4816-81AC-6A482A9F7AB2}" type="datetimeFigureOut">
              <a:rPr lang="en-GB" smtClean="0"/>
              <a:t>05/07/2023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599ED4-C4C9-49E3-56B7-5FF19FF42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7070FD-3D4B-2929-D104-21ACE8528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5D7F2-022B-4CF6-B182-3C06590D87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1221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B5211-7C32-0A51-5E62-9BEAD421E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64531B-9ECE-DEA3-D34A-D573BE94B6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109077-9106-85E1-A707-BB3353FDF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676D4-9E81-4816-81AC-6A482A9F7AB2}" type="datetimeFigureOut">
              <a:rPr lang="en-GB" smtClean="0"/>
              <a:t>05/07/2023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D53A9C-0A21-9977-0449-377E48647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0F5F2A-BF61-65DD-2AAC-48C2B75BA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5D7F2-022B-4CF6-B182-3C06590D87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6550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39439-801D-6505-0B4C-755E32168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D041B-AC62-E9A8-E108-F8FCED7CF3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73F51F-675A-96F6-81CB-D82317C6CE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8F270E-5C39-224D-4D6B-C7C3DA7CA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676D4-9E81-4816-81AC-6A482A9F7AB2}" type="datetimeFigureOut">
              <a:rPr lang="en-GB" smtClean="0"/>
              <a:t>05/07/2023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133E76-2A53-961C-97E4-F0E883812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41C7F0-7B87-57E6-723D-4657453A5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5D7F2-022B-4CF6-B182-3C06590D87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5166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C4FE8-DBD4-1BE2-F946-E4BE95C1A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2814DE-A7D2-5086-B236-C2BCD2D71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B9BE41-E4DD-A3E3-22BB-437829C6B7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F9D399-2D8F-0470-3E0A-96998D970B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57C481-3105-8A17-3E8B-4EBC1ECA32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A1865C-094E-3737-7391-742436628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676D4-9E81-4816-81AC-6A482A9F7AB2}" type="datetimeFigureOut">
              <a:rPr lang="en-GB" smtClean="0"/>
              <a:t>05/07/2023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6079EE-D848-13BB-5724-4AE7E30DB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A8AA85-B1C1-0C2A-0B11-E65DD5959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5D7F2-022B-4CF6-B182-3C06590D87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7521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A15CB-B548-D93B-D8EC-59858D655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23A303-8FA4-B5C2-CFAA-072339BB3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676D4-9E81-4816-81AC-6A482A9F7AB2}" type="datetimeFigureOut">
              <a:rPr lang="en-GB" smtClean="0"/>
              <a:t>05/07/2023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E34764-A966-B6BA-2D83-F7C83D04B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DEE501-04E7-B6A8-1FA2-102DD16C5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5D7F2-022B-4CF6-B182-3C06590D87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3891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80C3EB-F362-EAE8-E691-F0018EED8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676D4-9E81-4816-81AC-6A482A9F7AB2}" type="datetimeFigureOut">
              <a:rPr lang="en-GB" smtClean="0"/>
              <a:t>05/07/2023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593E15-9463-2994-EEDB-BF68C467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F3FD0E-8F0A-1653-1D9F-60CF5222D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5D7F2-022B-4CF6-B182-3C06590D87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7027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4D12E-05DF-5F27-2E84-84B359E42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FC988-8298-15AE-E0BB-B3F06E46D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B3A80E-52F3-58AC-F15E-D6CD639D9B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4DCF2E-B343-5B2A-747D-F9D9450EB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676D4-9E81-4816-81AC-6A482A9F7AB2}" type="datetimeFigureOut">
              <a:rPr lang="en-GB" smtClean="0"/>
              <a:t>05/07/2023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D99CCA-D76F-B59C-97A4-1442EECC2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7E67D7-61ED-2299-3319-B83B3C686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5D7F2-022B-4CF6-B182-3C06590D87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5345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DF20E-C0F4-4F83-181E-06F67D204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58B580-197F-0DA5-6DF6-5155AFB814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416F24-CE59-486C-2AD1-3F34CEC1E8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60A91-31A4-95EA-DFAF-BD49E8737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676D4-9E81-4816-81AC-6A482A9F7AB2}" type="datetimeFigureOut">
              <a:rPr lang="en-GB" smtClean="0"/>
              <a:t>05/07/2023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9AD295-9C4F-C6BE-4A26-2645F6541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865790-7470-2B92-F208-870284534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5D7F2-022B-4CF6-B182-3C06590D87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3653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08428-A4B5-8C63-CD12-CC7D32461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09E61A-85AC-4D4E-5264-17814F5806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5FC5D2-D97E-D045-E36D-5621D427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676D4-9E81-4816-81AC-6A482A9F7AB2}" type="datetimeFigureOut">
              <a:rPr lang="en-GB" smtClean="0"/>
              <a:t>05/07/2023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DCE98-CC05-BE90-9333-50FB8B839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18BC32-88F3-EEE2-F408-1862BCD86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5D7F2-022B-4CF6-B182-3C06590D87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9948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91C93B-F381-0244-EFFB-E9337F35E2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EA6C24-4089-F1BF-1E83-718246612F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B12536-7780-8D4D-998A-3419A8A70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676D4-9E81-4816-81AC-6A482A9F7AB2}" type="datetimeFigureOut">
              <a:rPr lang="en-GB" smtClean="0"/>
              <a:t>05/07/2023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E9802E-167D-9B07-2BA3-ABEC1B7B1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02C03C-8B62-09A6-6396-B45BEAACD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5D7F2-022B-4CF6-B182-3C06590D87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71634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C333B3E-5BEA-4514-BC19-7601420AE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12191999" cy="80433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E22AB62-0F44-4520-87A4-B6F4E2993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733" y="995680"/>
            <a:ext cx="5805265" cy="5394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FCEDE76-6906-4DE3-843C-BBB6CA5A217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181845" y="995680"/>
            <a:ext cx="5840823" cy="5394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B2E2FA-09DF-4717-B99F-F1A240733DA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19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B3DF2C-BB85-927A-8A06-B88E98320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645DAE-AA00-8936-CEEE-47967B5C25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4645E3-C782-3DA9-A25D-D20758E0E6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6676D4-9E81-4816-81AC-6A482A9F7AB2}" type="datetimeFigureOut">
              <a:rPr lang="en-GB" smtClean="0"/>
              <a:t>05/07/2023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C0B860-9990-7903-6746-C5064F0D4D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31CF4-D6EF-8706-91BF-A467AE3F88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E5D7F2-022B-4CF6-B182-3C06590D87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8684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B12AB-2FC8-4B75-B616-314D3EF55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Troubleshoot RAID Failure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428563-DE6F-4CC9-8568-935665151725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870701" y="995680"/>
            <a:ext cx="5151967" cy="5394960"/>
          </a:xfrm>
        </p:spPr>
        <p:txBody>
          <a:bodyPr/>
          <a:lstStyle/>
          <a:p>
            <a:r>
              <a:rPr lang="en-GB" dirty="0"/>
              <a:t>RAID array degraded</a:t>
            </a:r>
          </a:p>
          <a:p>
            <a:pPr lvl="1"/>
            <a:r>
              <a:rPr lang="en-GB" dirty="0"/>
              <a:t>Backup</a:t>
            </a:r>
          </a:p>
          <a:p>
            <a:pPr lvl="1"/>
            <a:r>
              <a:rPr lang="en-GB" dirty="0"/>
              <a:t>Replace failed device</a:t>
            </a:r>
          </a:p>
          <a:p>
            <a:r>
              <a:rPr lang="en-GB" dirty="0"/>
              <a:t>RAID device not found</a:t>
            </a:r>
          </a:p>
          <a:p>
            <a:pPr lvl="1"/>
            <a:r>
              <a:rPr lang="en-GB" dirty="0"/>
              <a:t>Controller seating/cables/connectors</a:t>
            </a:r>
          </a:p>
          <a:p>
            <a:pPr lvl="1"/>
            <a:r>
              <a:rPr lang="en-GB" dirty="0"/>
              <a:t>Drivers</a:t>
            </a:r>
          </a:p>
          <a:p>
            <a:pPr lvl="1"/>
            <a:r>
              <a:rPr lang="en-GB" dirty="0"/>
              <a:t>RAID configuration utility</a:t>
            </a:r>
          </a:p>
        </p:txBody>
      </p:sp>
      <p:pic>
        <p:nvPicPr>
          <p:cNvPr id="7" name="Content Placeholder 6" descr="Screenshot of configuration utility displaying information about a disk.">
            <a:extLst>
              <a:ext uri="{FF2B5EF4-FFF2-40B4-BE49-F238E27FC236}">
                <a16:creationId xmlns:a16="http://schemas.microsoft.com/office/drawing/2014/main" id="{215F8901-CE7F-4027-B615-52E9D5916057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734" y="995680"/>
            <a:ext cx="5806017" cy="319138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F088D5-8AF4-4943-9B27-99EE99ABCB7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7CF8A19-3A9E-4ABC-B336-2FDDE321C72D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5" name="Picture 4" descr="Screenshot of boot screen showing volume in state inactive and a prompt to press CTRL+C to start the RAID configuration utility">
            <a:extLst>
              <a:ext uri="{FF2B5EF4-FFF2-40B4-BE49-F238E27FC236}">
                <a16:creationId xmlns:a16="http://schemas.microsoft.com/office/drawing/2014/main" id="{14A639B8-1BDF-407D-B5AF-E14D69D67D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01" y="3233697"/>
            <a:ext cx="6362700" cy="3492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499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Troubleshoot RAID Failure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Troubleshoot RAID Failure</dc:title>
  <dc:creator>Richard Hunt</dc:creator>
  <cp:lastModifiedBy>Richard Hunt</cp:lastModifiedBy>
  <cp:revision>1</cp:revision>
  <dcterms:created xsi:type="dcterms:W3CDTF">2023-07-05T06:16:51Z</dcterms:created>
  <dcterms:modified xsi:type="dcterms:W3CDTF">2023-07-05T06:17:22Z</dcterms:modified>
</cp:coreProperties>
</file>