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6"/>
  </p:notesMasterIdLst>
  <p:handoutMasterIdLst>
    <p:handoutMasterId r:id="rId7"/>
  </p:handoutMasterIdLst>
  <p:sldIdLst>
    <p:sldId id="270" r:id="rId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Open Sans" panose="020B060603050402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4C2DE40-C083-7FA0-259D-E76A539CB0B1}" name="Elaine Gustafson" initials="EG" userId="S::egustafson@comptia.org::8e9fbddc-088d-4145-9000-dcad1c3d148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FDE"/>
    <a:srgbClr val="FEAE62"/>
    <a:srgbClr val="7FC8DD"/>
    <a:srgbClr val="ED6D00"/>
    <a:srgbClr val="44545F"/>
    <a:srgbClr val="B1B7BC"/>
    <a:srgbClr val="0A7DA0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CE9F4E-E131-44E0-849C-F181988A3540}" v="4" dt="2023-07-04T07:42:19.1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6" autoAdjust="0"/>
    <p:restoredTop sz="84724" autoAdjust="0"/>
  </p:normalViewPr>
  <p:slideViewPr>
    <p:cSldViewPr snapToGrid="0">
      <p:cViewPr varScale="1">
        <p:scale>
          <a:sx n="131" d="100"/>
          <a:sy n="131" d="100"/>
        </p:scale>
        <p:origin x="1050" y="1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498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23" Type="http://schemas.microsoft.com/office/2018/10/relationships/authors" Target="authors.xml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microsoft.com/office/2015/10/relationships/revisionInfo" Target="revisionInfo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Hunt" userId="a9b14997-caef-4159-8c34-0f67c79d0d7a" providerId="ADAL" clId="{BACE9F4E-E131-44E0-849C-F181988A3540}"/>
    <pc:docChg chg="custSel delSld modSld">
      <pc:chgData name="Richard Hunt" userId="a9b14997-caef-4159-8c34-0f67c79d0d7a" providerId="ADAL" clId="{BACE9F4E-E131-44E0-849C-F181988A3540}" dt="2023-07-04T07:42:19.196" v="7" actId="1076"/>
      <pc:docMkLst>
        <pc:docMk/>
      </pc:docMkLst>
      <pc:sldChg chg="del">
        <pc:chgData name="Richard Hunt" userId="a9b14997-caef-4159-8c34-0f67c79d0d7a" providerId="ADAL" clId="{BACE9F4E-E131-44E0-849C-F181988A3540}" dt="2023-07-04T07:40:34.832" v="1" actId="47"/>
        <pc:sldMkLst>
          <pc:docMk/>
          <pc:sldMk cId="1142794324" sldId="263"/>
        </pc:sldMkLst>
      </pc:sldChg>
      <pc:sldChg chg="del">
        <pc:chgData name="Richard Hunt" userId="a9b14997-caef-4159-8c34-0f67c79d0d7a" providerId="ADAL" clId="{BACE9F4E-E131-44E0-849C-F181988A3540}" dt="2023-07-04T07:39:29.392" v="0" actId="47"/>
        <pc:sldMkLst>
          <pc:docMk/>
          <pc:sldMk cId="2613083861" sldId="269"/>
        </pc:sldMkLst>
      </pc:sldChg>
      <pc:sldChg chg="addSp delSp modSp mod">
        <pc:chgData name="Richard Hunt" userId="a9b14997-caef-4159-8c34-0f67c79d0d7a" providerId="ADAL" clId="{BACE9F4E-E131-44E0-849C-F181988A3540}" dt="2023-07-04T07:42:19.196" v="7" actId="1076"/>
        <pc:sldMkLst>
          <pc:docMk/>
          <pc:sldMk cId="3130537023" sldId="270"/>
        </pc:sldMkLst>
        <pc:spChg chg="mod">
          <ac:chgData name="Richard Hunt" userId="a9b14997-caef-4159-8c34-0f67c79d0d7a" providerId="ADAL" clId="{BACE9F4E-E131-44E0-849C-F181988A3540}" dt="2023-07-04T07:42:11.766" v="4"/>
          <ac:spMkLst>
            <pc:docMk/>
            <pc:sldMk cId="3130537023" sldId="270"/>
            <ac:spMk id="4" creationId="{3420C896-32EC-41D7-95F0-0C9E7F5F20BC}"/>
          </ac:spMkLst>
        </pc:spChg>
        <pc:spChg chg="add del mod">
          <ac:chgData name="Richard Hunt" userId="a9b14997-caef-4159-8c34-0f67c79d0d7a" providerId="ADAL" clId="{BACE9F4E-E131-44E0-849C-F181988A3540}" dt="2023-07-04T07:42:14.999" v="5" actId="478"/>
          <ac:spMkLst>
            <pc:docMk/>
            <pc:sldMk cId="3130537023" sldId="270"/>
            <ac:spMk id="8" creationId="{7AACF898-EBA6-1262-5576-4DC3EF6D10E6}"/>
          </ac:spMkLst>
        </pc:spChg>
        <pc:picChg chg="del">
          <ac:chgData name="Richard Hunt" userId="a9b14997-caef-4159-8c34-0f67c79d0d7a" providerId="ADAL" clId="{BACE9F4E-E131-44E0-849C-F181988A3540}" dt="2023-07-04T07:40:51.152" v="2" actId="478"/>
          <ac:picMkLst>
            <pc:docMk/>
            <pc:sldMk cId="3130537023" sldId="270"/>
            <ac:picMk id="7" creationId="{6671299C-C54D-4713-A453-7E90386988A2}"/>
          </ac:picMkLst>
        </pc:picChg>
        <pc:picChg chg="add mod">
          <ac:chgData name="Richard Hunt" userId="a9b14997-caef-4159-8c34-0f67c79d0d7a" providerId="ADAL" clId="{BACE9F4E-E131-44E0-849C-F181988A3540}" dt="2023-07-04T07:42:19.196" v="7" actId="1076"/>
          <ac:picMkLst>
            <pc:docMk/>
            <pc:sldMk cId="3130537023" sldId="270"/>
            <ac:picMk id="1026" creationId="{F2C8D6EA-E855-B2B2-F06E-92735780637B}"/>
          </ac:picMkLst>
        </pc:picChg>
      </pc:sldChg>
      <pc:sldChg chg="del">
        <pc:chgData name="Richard Hunt" userId="a9b14997-caef-4159-8c34-0f67c79d0d7a" providerId="ADAL" clId="{BACE9F4E-E131-44E0-849C-F181988A3540}" dt="2023-07-04T07:40:34.832" v="1" actId="47"/>
        <pc:sldMkLst>
          <pc:docMk/>
          <pc:sldMk cId="1639003183" sldId="292"/>
        </pc:sldMkLst>
      </pc:sldChg>
      <pc:sldChg chg="del">
        <pc:chgData name="Richard Hunt" userId="a9b14997-caef-4159-8c34-0f67c79d0d7a" providerId="ADAL" clId="{BACE9F4E-E131-44E0-849C-F181988A3540}" dt="2023-07-04T07:39:29.392" v="0" actId="47"/>
        <pc:sldMkLst>
          <pc:docMk/>
          <pc:sldMk cId="4167090234" sldId="29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2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err="1"/>
              <a:t>ActivityTitle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Exam #00-XYZ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Exam Title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530A88E-A109-4643-8F63-12F087E15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3870" y="2156005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Exam Title and Version </a:t>
            </a:r>
            <a:endParaRPr lang="en-GB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FE1C3AA0-5C65-4C78-B921-73872785D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E69A297E-3486-4729-A525-7D33AFFB3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772424" y="1318606"/>
            <a:ext cx="2508635" cy="625047"/>
          </a:xfrm>
          <a:prstGeom prst="rect">
            <a:avLst/>
          </a:prstGeom>
        </p:spPr>
      </p:pic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Lesson #</a:t>
            </a:r>
            <a:endParaRPr lang="en-GB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18ADF54-DD1F-4BCB-BF1D-E42C26791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54347" y="454737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Exam Title and Version </a:t>
            </a:r>
            <a:endParaRPr lang="en-GB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2FF3CB60-2CE1-4521-A000-222B91B2B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F806275-D0BB-4D90-A9D5-E13362DDB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861324" y="1318606"/>
            <a:ext cx="2508635" cy="6250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A7177-6D69-484C-B848-A0C40A466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</p:spPr>
        <p:txBody>
          <a:bodyPr/>
          <a:lstStyle/>
          <a:p>
            <a:r>
              <a:rPr lang="en-GB" dirty="0"/>
              <a:t>Liquid Cooling Systems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0C896-32EC-41D7-95F0-0C9E7F5F2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</p:spPr>
        <p:txBody>
          <a:bodyPr/>
          <a:lstStyle/>
          <a:p>
            <a:r>
              <a:rPr lang="en-US" dirty="0"/>
              <a:t>Water loop/tubing, pump, and reservoir</a:t>
            </a:r>
          </a:p>
          <a:p>
            <a:r>
              <a:rPr lang="en-US" dirty="0"/>
              <a:t>Water blocks and brackets</a:t>
            </a:r>
          </a:p>
          <a:p>
            <a:r>
              <a:rPr lang="en-US" dirty="0"/>
              <a:t>Radiators and fans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CB0389-ABBC-40EB-9BE0-B5323123599B}"/>
              </a:ext>
            </a:extLst>
          </p:cNvPr>
          <p:cNvSpPr txBox="1"/>
          <p:nvPr/>
        </p:nvSpPr>
        <p:spPr>
          <a:xfrm>
            <a:off x="5774266" y="4343877"/>
            <a:ext cx="209621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i="1">
                <a:ea typeface="Open Sans"/>
                <a:cs typeface="Open Sans"/>
              </a:rPr>
              <a:t>Image ©123RF.com</a:t>
            </a:r>
            <a:endParaRPr lang="en-US" sz="1000">
              <a:ea typeface="Open Sans"/>
              <a:cs typeface="Open Sa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9F6F6-C6CC-436D-AAB2-072EA0660C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026" name="Picture 2" descr="Best Buy: CORSAIR Hydro Series H100i PRO Liquid CPU Cooler 120mm Liquid ...">
            <a:extLst>
              <a:ext uri="{FF2B5EF4-FFF2-40B4-BE49-F238E27FC236}">
                <a16:creationId xmlns:a16="http://schemas.microsoft.com/office/drawing/2014/main" id="{F2C8D6EA-E855-B2B2-F06E-927357806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777" y="1152030"/>
            <a:ext cx="451485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0537023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D2593632-9DC7-410F-8B80-0A3C86780299}" vid="{4B27921E-0E5A-45BC-AA9B-9A536FA2B969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f5111eb-3000-413c-a264-ede10dd7f625" xsi:nil="true"/>
    <lcf76f155ced4ddcb4097134ff3c332f xmlns="b9ddc68e-543a-4401-880e-f99d082d334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1CB63703FCF645AB9352307318A1B1" ma:contentTypeVersion="17" ma:contentTypeDescription="Create a new document." ma:contentTypeScope="" ma:versionID="b45c5cdae36f358bdb0d10ac5c911565">
  <xsd:schema xmlns:xsd="http://www.w3.org/2001/XMLSchema" xmlns:xs="http://www.w3.org/2001/XMLSchema" xmlns:p="http://schemas.microsoft.com/office/2006/metadata/properties" xmlns:ns2="b9ddc68e-543a-4401-880e-f99d082d3346" xmlns:ns3="0f5111eb-3000-413c-a264-ede10dd7f625" targetNamespace="http://schemas.microsoft.com/office/2006/metadata/properties" ma:root="true" ma:fieldsID="098020b00cc7b3aceb21c9cd07b28ea1" ns2:_="" ns3:_="">
    <xsd:import namespace="b9ddc68e-543a-4401-880e-f99d082d3346"/>
    <xsd:import namespace="0f5111eb-3000-413c-a264-ede10dd7f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ddc68e-543a-4401-880e-f99d082d33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hidden="true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hidden="true" ma:internalName="MediaServiceKeyPoints" ma:readOnly="true">
      <xsd:simpleType>
        <xsd:restriction base="dms:Note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3107afe-cb13-45d0-a368-909a38ecfe4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5111eb-3000-413c-a264-ede10dd7f62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2" nillable="true" ma:displayName="Taxonomy Catch All Column" ma:hidden="true" ma:list="{90d6b898-28d4-49db-8455-42357110c26e}" ma:internalName="TaxCatchAll" ma:showField="CatchAllData" ma:web="0f5111eb-3000-413c-a264-ede10dd7f6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804A4A-BEBA-46F7-8D91-096B77966F98}">
  <ds:schemaRefs>
    <ds:schemaRef ds:uri="315eb565-7267-4a95-9087-2f433ded3c8b"/>
    <ds:schemaRef ds:uri="95a46270-66ec-4bdf-aabc-d78887d51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0f5111eb-3000-413c-a264-ede10dd7f625"/>
    <ds:schemaRef ds:uri="b9ddc68e-543a-4401-880e-f99d082d3346"/>
  </ds:schemaRefs>
</ds:datastoreItem>
</file>

<file path=customXml/itemProps2.xml><?xml version="1.0" encoding="utf-8"?>
<ds:datastoreItem xmlns:ds="http://schemas.openxmlformats.org/officeDocument/2006/customXml" ds:itemID="{B82B9C2E-4FD0-4E32-AC03-0DDBF2799B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ddc68e-543a-4401-880e-f99d082d3346"/>
    <ds:schemaRef ds:uri="0f5111eb-3000-413c-a264-ede10dd7f6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1</TotalTime>
  <Words>26</Words>
  <Application>Microsoft Office PowerPoint</Application>
  <PresentationFormat>On-screen Show (16:9)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Open Sans</vt:lpstr>
      <vt:lpstr>Arial</vt:lpstr>
      <vt:lpstr>Calibri</vt:lpstr>
      <vt:lpstr>comptia_ov</vt:lpstr>
      <vt:lpstr>Liquid Cooling Systems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Installing System Devices</dc:title>
  <dc:subject>Slide deck to accompany a CompTIA OCC study guide</dc:subject>
  <dc:creator>James Pengelly</dc:creator>
  <cp:keywords>220-1101; CompTIA A+; A+; Core 1</cp:keywords>
  <dc:description>Copyright © 2022 CompTIA, Inc. All Rights Reserved.  |  CompTIA.org</dc:description>
  <cp:lastModifiedBy>Richard Hunt</cp:lastModifiedBy>
  <cp:revision>30</cp:revision>
  <dcterms:created xsi:type="dcterms:W3CDTF">2021-09-16T09:50:03Z</dcterms:created>
  <dcterms:modified xsi:type="dcterms:W3CDTF">2023-07-04T07:42:20Z</dcterms:modified>
  <cp:category>CompTIA A+ Core 1 (Exam 220-1101)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0x010100251CB63703FCF645AB9352307318A1B1</vt:lpwstr>
  </property>
  <property fmtid="{D5CDD505-2E9C-101B-9397-08002B2CF9AE}" pid="3" name="MediaServiceImageTags">
    <vt:lpwstr/>
  </property>
</Properties>
</file>